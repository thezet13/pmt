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792" r:id="rId4"/>
  </p:sldMasterIdLst>
  <p:notesMasterIdLst>
    <p:notesMasterId r:id="rId11"/>
  </p:notesMasterIdLst>
  <p:sldIdLst>
    <p:sldId id="793" r:id="rId5"/>
    <p:sldId id="1410" r:id="rId6"/>
    <p:sldId id="1411" r:id="rId7"/>
    <p:sldId id="1412" r:id="rId8"/>
    <p:sldId id="1409" r:id="rId9"/>
    <p:sldId id="1311" r:id="rId10"/>
  </p:sldIdLst>
  <p:sldSz cx="12192000" cy="6858000"/>
  <p:notesSz cx="6888163" cy="10018713"/>
  <p:defaultTextStyle>
    <a:defPPr>
      <a:defRPr lang="az-Latn-A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F844C4-DB05-97AE-B551-E1A2577842B1}" name="Nigar Suleymanova" initials="NS" userId="S::nsuleymanova2016@ada.edu.az::873623fc-fc27-49c7-9fec-92e9f765a2b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CFC"/>
    <a:srgbClr val="1C72AD"/>
    <a:srgbClr val="2F5597"/>
    <a:srgbClr val="D80F79"/>
    <a:srgbClr val="CCECFF"/>
    <a:srgbClr val="104D7F"/>
    <a:srgbClr val="73AAE0"/>
    <a:srgbClr val="FBFDFF"/>
    <a:srgbClr val="002060"/>
    <a:srgbClr val="6F7A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996" y="108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6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84871" cy="502675"/>
          </a:xfrm>
          <a:prstGeom prst="rect">
            <a:avLst/>
          </a:prstGeom>
        </p:spPr>
        <p:txBody>
          <a:bodyPr vert="horz" lIns="93101" tIns="46551" rIns="93101" bIns="4655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1699" y="2"/>
            <a:ext cx="2984871" cy="502675"/>
          </a:xfrm>
          <a:prstGeom prst="rect">
            <a:avLst/>
          </a:prstGeom>
        </p:spPr>
        <p:txBody>
          <a:bodyPr vert="horz" lIns="93101" tIns="46551" rIns="93101" bIns="46551" rtlCol="0"/>
          <a:lstStyle>
            <a:lvl1pPr algn="r">
              <a:defRPr sz="1200"/>
            </a:lvl1pPr>
          </a:lstStyle>
          <a:p>
            <a:fld id="{D3ADC96D-4607-49E4-B3C4-BD2739DD8978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797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01" tIns="46551" rIns="93101" bIns="4655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817" y="4821507"/>
            <a:ext cx="5510530" cy="3944869"/>
          </a:xfrm>
          <a:prstGeom prst="rect">
            <a:avLst/>
          </a:prstGeom>
        </p:spPr>
        <p:txBody>
          <a:bodyPr vert="horz" lIns="93101" tIns="46551" rIns="93101" bIns="4655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516040"/>
            <a:ext cx="2984871" cy="502674"/>
          </a:xfrm>
          <a:prstGeom prst="rect">
            <a:avLst/>
          </a:prstGeom>
        </p:spPr>
        <p:txBody>
          <a:bodyPr vert="horz" lIns="93101" tIns="46551" rIns="93101" bIns="4655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1699" y="9516040"/>
            <a:ext cx="2984871" cy="502674"/>
          </a:xfrm>
          <a:prstGeom prst="rect">
            <a:avLst/>
          </a:prstGeom>
        </p:spPr>
        <p:txBody>
          <a:bodyPr vert="horz" lIns="93101" tIns="46551" rIns="93101" bIns="46551" rtlCol="0" anchor="b"/>
          <a:lstStyle>
            <a:lvl1pPr algn="r">
              <a:defRPr sz="1200"/>
            </a:lvl1pPr>
          </a:lstStyle>
          <a:p>
            <a:fld id="{66871B48-58BE-422B-804F-E151A69DE1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045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0AC08-10C9-4974-8DA4-E1DE37872E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F340E9-81ED-4951-AC03-08C1B141E7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F6568-ECF6-4C14-A022-3AA4DC925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6F9A1-BD4F-4E0A-8B3B-530DFD448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A16F0-3BF3-4019-8244-75A20AB0E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467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DD8D0-1CD2-422D-AA55-B07E32D72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A08E0-DD07-420A-A167-3A77AAB7D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5FF7F-E4A0-4C36-B3A9-C798284ED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94A7E-69F9-4E0A-8444-C0F76B3CC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1FC32-75C3-41BF-8B3A-8266D109C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406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BDDE4-9D17-43F1-8742-E3B60E23C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DB499D-49B8-4329-9727-5943C663F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4F238-1FAA-4FA0-AB1E-84969EFB3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90C9E-6D8C-4F71-A77E-373618DF9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09BCF-1311-43BE-B931-0190848D7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164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0FC1E-A168-4FD6-B344-65128B612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71501-EC08-4511-8B67-FAF9983A96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0C7E6F-03D8-49DC-937E-980759B562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3C69A8-26AD-419B-A3CB-BAA0CD521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F8E59-681F-4D20-B2A8-76B8E059F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F936B-64AA-4898-9C34-C594BADBC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174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FB45E-FFAC-4D1F-BF18-0FD68EAA9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AB9DF-2D35-45C1-9F4A-82F0B65CD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B7515A-F501-4262-8F7F-73AB3AB7B4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76AD10-95E7-4399-8BB3-701D30C869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8DE236-36D3-4489-8956-9D1658008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ED3343-93E1-4435-8603-76851EA73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F2205D-E24F-45A7-B100-E19EA034C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EFB6ED-4B51-41BA-834C-452D70D56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108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642CA-3CC8-479F-968E-101A67D46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D75E9F-213D-4051-BC20-DFC034C59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C36532-5BDE-42D9-A51C-EB445398D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A4EDA7-9BC3-42AA-AADD-560143813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264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CD175E-808E-43B1-86B9-EA7655066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329FDD-BEAE-49C9-9B2B-D46D81D5E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A4E9B-41B1-4888-AC5B-AE8376238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60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89656-6AFA-48E8-B6ED-0EA1EAFAE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DC803-4E19-4AAD-9F4D-B625D6D10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06DAF8-7892-480D-A4C0-1A873CA518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3513D-B6F6-445A-B25D-BA5FCE436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A1658-216F-4C6D-98EB-E9E3AEDCE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04F92D-57D6-4E74-8F01-3F5A294BC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451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8F91A-0CB8-4188-8337-E5CA8135E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C1A532-9008-4545-9521-83FA84EA7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3E44B2-5CAB-411E-95A0-0CAE87AE58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32CDDE-D619-4873-BE43-A01DCBDEE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8C8F1E-5322-4239-8D3D-D8683203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6519E1-3F14-419A-932B-4EB6B521C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334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0DF5B-5BDC-48CF-A29A-E60B2E6CF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CA91C6-275B-4E89-819A-029610783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C001F-33AA-43E5-BCA5-1EDBF29CF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0102-3038-405F-B04D-D0FC6C422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46B65-B51E-4BA4-AC37-4AA3C7F30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7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62B639-962F-442B-A386-EEA8E3E154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CA2191-BC2F-4A47-9D49-D3859BC3F9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AD6B3-6909-433E-B6AB-766C83E5B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0EDBA-AC35-41E3-845E-A1D8F0BD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6F30E-B7D7-49E0-87E8-B23A89D50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069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174C59-9AE4-41DF-BC10-909A3B434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497DA-614A-43C4-A98C-C804CC6B8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2B922-DA49-4292-8EA7-8DDBE09FA3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22B952-14C0-4E63-854A-E77AEE5A637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EA9A4-8759-4147-84F9-F723BA0926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086AA-6C52-4A65-9807-A6D0B823F7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104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1F4C5A-2669-4383-CA56-F9390080B2C8}"/>
              </a:ext>
            </a:extLst>
          </p:cNvPr>
          <p:cNvSpPr txBox="1"/>
          <p:nvPr/>
        </p:nvSpPr>
        <p:spPr>
          <a:xfrm>
            <a:off x="6352994" y="3429000"/>
            <a:ext cx="4481783" cy="861774"/>
          </a:xfrm>
          <a:prstGeom prst="rect">
            <a:avLst/>
          </a:prstGeom>
          <a:solidFill>
            <a:srgbClr val="FCFCFC"/>
          </a:solidFill>
        </p:spPr>
        <p:txBody>
          <a:bodyPr wrap="square" lIns="0" tIns="0" rIns="0" bIns="0" rtlCol="0">
            <a:spAutoFit/>
          </a:bodyPr>
          <a:lstStyle/>
          <a:p>
            <a:pPr lvl="0">
              <a:defRPr/>
            </a:pPr>
            <a:r>
              <a:rPr kumimoji="0" lang="az-Latn-AZ" sz="28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2026-cı ilin mart ayı üzrə aylıq icmal hesabat</a:t>
            </a:r>
          </a:p>
        </p:txBody>
      </p:sp>
    </p:spTree>
    <p:extLst>
      <p:ext uri="{BB962C8B-B14F-4D97-AF65-F5344CB8AC3E}">
        <p14:creationId xmlns:p14="http://schemas.microsoft.com/office/powerpoint/2010/main" val="897487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29D1B-E39F-FDDA-F34C-5E0075AA5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56860-4C28-E1C8-2B22-0DEC498AA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659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268F-6124-5B15-ED0E-151F7342C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1FB69-45F1-C1A5-636D-03728A543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205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05B0F-0D9C-AF8D-C7AA-F12C48CB8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A47E5-10D9-90FC-393B-3B4ED9C44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847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BBF34-6C61-CF09-0E6B-FBBA3BDCE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6AFDE3A-68CE-0BA8-5E9E-6F216A998D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35322" y="-36508"/>
            <a:ext cx="4656678" cy="4373592"/>
          </a:xfrm>
          <a:prstGeom prst="rect">
            <a:avLst/>
          </a:prstGeom>
        </p:spPr>
      </p:pic>
      <p:grpSp>
        <p:nvGrpSpPr>
          <p:cNvPr id="13" name="Группа 1">
            <a:extLst>
              <a:ext uri="{FF2B5EF4-FFF2-40B4-BE49-F238E27FC236}">
                <a16:creationId xmlns:a16="http://schemas.microsoft.com/office/drawing/2014/main" id="{775BB65D-4349-4BD3-6012-45085C35D150}"/>
              </a:ext>
            </a:extLst>
          </p:cNvPr>
          <p:cNvGrpSpPr/>
          <p:nvPr/>
        </p:nvGrpSpPr>
        <p:grpSpPr>
          <a:xfrm>
            <a:off x="1182557" y="4147929"/>
            <a:ext cx="7905414" cy="342214"/>
            <a:chOff x="1263824" y="3392904"/>
            <a:chExt cx="7123119" cy="34221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AAA9D1B-5213-CA9A-7AA2-860A36736289}"/>
                </a:ext>
              </a:extLst>
            </p:cNvPr>
            <p:cNvSpPr txBox="1"/>
            <p:nvPr/>
          </p:nvSpPr>
          <p:spPr>
            <a:xfrm>
              <a:off x="1753366" y="3392904"/>
              <a:ext cx="663357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spcBef>
                  <a:spcPts val="400"/>
                </a:spcBef>
                <a:defRPr/>
              </a:pPr>
              <a:r>
                <a:rPr lang="az-Latn-AZ" sz="1400" b="1" dirty="0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{{slide_</a:t>
              </a:r>
              <a:r>
                <a:rPr lang="ru-RU" sz="1400" b="1" dirty="0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5</a:t>
              </a:r>
              <a:r>
                <a:rPr lang="az-Latn-AZ" sz="1400" b="1" dirty="0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_number_</a:t>
              </a:r>
              <a:r>
                <a:rPr lang="en-US" sz="1400" b="1" dirty="0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5</a:t>
              </a:r>
              <a:r>
                <a:rPr lang="az-Latn-AZ" sz="1400" b="1" dirty="0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}}</a:t>
              </a:r>
              <a:endParaRPr lang="az-Latn-AZ" sz="1400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pic>
          <p:nvPicPr>
            <p:cNvPr id="15" name="Рисунок 24" descr="Изображение выглядит как Графика, символ, логотип, дизайн&#10;&#10;Автоматически созданное описание">
              <a:extLst>
                <a:ext uri="{FF2B5EF4-FFF2-40B4-BE49-F238E27FC236}">
                  <a16:creationId xmlns:a16="http://schemas.microsoft.com/office/drawing/2014/main" id="{8F3677FB-B279-6A35-1DD3-95D40B882B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824" y="3429001"/>
              <a:ext cx="291938" cy="306117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CCE5733-906B-8136-FF2D-23A15E33347A}"/>
              </a:ext>
            </a:extLst>
          </p:cNvPr>
          <p:cNvSpPr txBox="1"/>
          <p:nvPr/>
        </p:nvSpPr>
        <p:spPr>
          <a:xfrm>
            <a:off x="1182557" y="513624"/>
            <a:ext cx="7035961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/>
              <a:t>{{slide_</a:t>
            </a:r>
            <a:r>
              <a:rPr lang="ru-RU" sz="2400" dirty="0"/>
              <a:t>5</a:t>
            </a:r>
            <a:r>
              <a:rPr lang="en-US" sz="2400" dirty="0"/>
              <a:t>_title}}</a:t>
            </a:r>
          </a:p>
        </p:txBody>
      </p:sp>
      <p:grpSp>
        <p:nvGrpSpPr>
          <p:cNvPr id="4" name="Группа 1">
            <a:extLst>
              <a:ext uri="{FF2B5EF4-FFF2-40B4-BE49-F238E27FC236}">
                <a16:creationId xmlns:a16="http://schemas.microsoft.com/office/drawing/2014/main" id="{C14337A6-B801-B290-64DB-48D0C527607D}"/>
              </a:ext>
            </a:extLst>
          </p:cNvPr>
          <p:cNvGrpSpPr/>
          <p:nvPr/>
        </p:nvGrpSpPr>
        <p:grpSpPr>
          <a:xfrm>
            <a:off x="1182557" y="5131228"/>
            <a:ext cx="7905414" cy="342214"/>
            <a:chOff x="1263824" y="3392904"/>
            <a:chExt cx="7123119" cy="342214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4AFFB4D-7A80-9608-2654-6EB36D9DCC6A}"/>
                </a:ext>
              </a:extLst>
            </p:cNvPr>
            <p:cNvSpPr txBox="1"/>
            <p:nvPr/>
          </p:nvSpPr>
          <p:spPr>
            <a:xfrm>
              <a:off x="1753366" y="3392904"/>
              <a:ext cx="663357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spcBef>
                  <a:spcPts val="400"/>
                </a:spcBef>
                <a:defRPr/>
              </a:pPr>
              <a:r>
                <a:rPr lang="az-Latn-AZ" sz="1400" b="1" dirty="0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{{slide_</a:t>
              </a:r>
              <a:r>
                <a:rPr lang="ru-RU" sz="1400" b="1" dirty="0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5</a:t>
              </a:r>
              <a:r>
                <a:rPr lang="az-Latn-AZ" sz="1400" b="1" dirty="0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_number_</a:t>
              </a:r>
              <a:r>
                <a:rPr lang="en-US" sz="1400" b="1" dirty="0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6</a:t>
              </a:r>
              <a:r>
                <a:rPr lang="az-Latn-AZ" sz="1400" b="1" dirty="0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}}</a:t>
              </a:r>
              <a:endParaRPr lang="az-Latn-AZ" sz="1400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pic>
          <p:nvPicPr>
            <p:cNvPr id="18" name="Рисунок 24" descr="Изображение выглядит как Графика, символ, логотип, дизайн&#10;&#10;Автоматически созданное описание">
              <a:extLst>
                <a:ext uri="{FF2B5EF4-FFF2-40B4-BE49-F238E27FC236}">
                  <a16:creationId xmlns:a16="http://schemas.microsoft.com/office/drawing/2014/main" id="{56370854-A773-96B0-E1F6-9722A14485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824" y="3429001"/>
              <a:ext cx="291938" cy="306117"/>
            </a:xfrm>
            <a:prstGeom prst="rect">
              <a:avLst/>
            </a:prstGeom>
          </p:spPr>
        </p:pic>
      </p:grpSp>
      <p:grpSp>
        <p:nvGrpSpPr>
          <p:cNvPr id="19" name="Группа 1">
            <a:extLst>
              <a:ext uri="{FF2B5EF4-FFF2-40B4-BE49-F238E27FC236}">
                <a16:creationId xmlns:a16="http://schemas.microsoft.com/office/drawing/2014/main" id="{6F039821-7C6B-5EA7-407B-12F4283DC08F}"/>
              </a:ext>
            </a:extLst>
          </p:cNvPr>
          <p:cNvGrpSpPr/>
          <p:nvPr/>
        </p:nvGrpSpPr>
        <p:grpSpPr>
          <a:xfrm>
            <a:off x="1182557" y="3525777"/>
            <a:ext cx="7905414" cy="482183"/>
            <a:chOff x="1263824" y="3392904"/>
            <a:chExt cx="7123119" cy="482183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05769DA-45E3-7FC4-DBAB-53DE9F9DC048}"/>
                </a:ext>
              </a:extLst>
            </p:cNvPr>
            <p:cNvSpPr txBox="1"/>
            <p:nvPr/>
          </p:nvSpPr>
          <p:spPr>
            <a:xfrm>
              <a:off x="1753366" y="3392904"/>
              <a:ext cx="6633577" cy="4821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spcBef>
                  <a:spcPts val="400"/>
                </a:spcBef>
                <a:defRPr/>
              </a:pPr>
              <a:r>
                <a:rPr lang="az-Latn-AZ" sz="1400" b="1" dirty="0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{{slide_</a:t>
              </a:r>
              <a:r>
                <a:rPr lang="ru-RU" sz="1400" b="1" dirty="0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5</a:t>
              </a:r>
              <a:r>
                <a:rPr lang="az-Latn-AZ" sz="1400" b="1" dirty="0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_number_</a:t>
              </a:r>
              <a:r>
                <a:rPr lang="en-US" sz="1400" b="1" dirty="0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4</a:t>
              </a:r>
              <a:r>
                <a:rPr lang="az-Latn-AZ" sz="1400" b="1" dirty="0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}}</a:t>
              </a:r>
              <a:endParaRPr lang="en-US" sz="1400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lvl="0">
                <a:spcBef>
                  <a:spcPts val="400"/>
                </a:spcBef>
                <a:defRPr/>
              </a:pPr>
              <a:endParaRPr lang="az-Latn-AZ" sz="1400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pic>
          <p:nvPicPr>
            <p:cNvPr id="21" name="Рисунок 24" descr="Изображение выглядит как Графика, символ, логотип, дизайн&#10;&#10;Автоматически созданное описание">
              <a:extLst>
                <a:ext uri="{FF2B5EF4-FFF2-40B4-BE49-F238E27FC236}">
                  <a16:creationId xmlns:a16="http://schemas.microsoft.com/office/drawing/2014/main" id="{4D76FAAE-B892-DBDE-649E-9C19F8BF2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824" y="3429001"/>
              <a:ext cx="291938" cy="306117"/>
            </a:xfrm>
            <a:prstGeom prst="rect">
              <a:avLst/>
            </a:prstGeom>
          </p:spPr>
        </p:pic>
      </p:grpSp>
      <p:grpSp>
        <p:nvGrpSpPr>
          <p:cNvPr id="22" name="Группа 1">
            <a:extLst>
              <a:ext uri="{FF2B5EF4-FFF2-40B4-BE49-F238E27FC236}">
                <a16:creationId xmlns:a16="http://schemas.microsoft.com/office/drawing/2014/main" id="{0654EF09-03D9-FE5E-7B3C-0D2BF569B4FB}"/>
              </a:ext>
            </a:extLst>
          </p:cNvPr>
          <p:cNvGrpSpPr/>
          <p:nvPr/>
        </p:nvGrpSpPr>
        <p:grpSpPr>
          <a:xfrm>
            <a:off x="1182557" y="2854119"/>
            <a:ext cx="7905414" cy="342214"/>
            <a:chOff x="1263824" y="3392904"/>
            <a:chExt cx="7123119" cy="34221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E317E79-1837-E3D8-3FD3-CBE42C09304C}"/>
                </a:ext>
              </a:extLst>
            </p:cNvPr>
            <p:cNvSpPr txBox="1"/>
            <p:nvPr/>
          </p:nvSpPr>
          <p:spPr>
            <a:xfrm>
              <a:off x="1753366" y="3392904"/>
              <a:ext cx="663357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spcBef>
                  <a:spcPts val="400"/>
                </a:spcBef>
                <a:defRPr/>
              </a:pPr>
              <a:r>
                <a:rPr lang="az-Latn-AZ" sz="1400" b="1" dirty="0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{{slide_</a:t>
              </a:r>
              <a:r>
                <a:rPr lang="ru-RU" sz="1400" b="1" dirty="0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5</a:t>
              </a:r>
              <a:r>
                <a:rPr lang="az-Latn-AZ" sz="1400" b="1" dirty="0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_number_</a:t>
              </a:r>
              <a:r>
                <a:rPr lang="ru-RU" sz="1400" b="1" dirty="0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</a:t>
              </a:r>
              <a:r>
                <a:rPr lang="az-Latn-AZ" sz="1400" b="1" dirty="0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}}</a:t>
              </a:r>
              <a:endParaRPr lang="az-Latn-AZ" sz="1400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pic>
          <p:nvPicPr>
            <p:cNvPr id="24" name="Рисунок 24" descr="Изображение выглядит как Графика, символ, логотип, дизайн&#10;&#10;Автоматически созданное описание">
              <a:extLst>
                <a:ext uri="{FF2B5EF4-FFF2-40B4-BE49-F238E27FC236}">
                  <a16:creationId xmlns:a16="http://schemas.microsoft.com/office/drawing/2014/main" id="{3D597EC3-B5EA-104B-9689-06B29D1051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824" y="3429001"/>
              <a:ext cx="291938" cy="306117"/>
            </a:xfrm>
            <a:prstGeom prst="rect">
              <a:avLst/>
            </a:prstGeom>
          </p:spPr>
        </p:pic>
      </p:grpSp>
      <p:grpSp>
        <p:nvGrpSpPr>
          <p:cNvPr id="25" name="Группа 1">
            <a:extLst>
              <a:ext uri="{FF2B5EF4-FFF2-40B4-BE49-F238E27FC236}">
                <a16:creationId xmlns:a16="http://schemas.microsoft.com/office/drawing/2014/main" id="{57BA7E73-A65C-8C73-B79D-0D2BC973D294}"/>
              </a:ext>
            </a:extLst>
          </p:cNvPr>
          <p:cNvGrpSpPr/>
          <p:nvPr/>
        </p:nvGrpSpPr>
        <p:grpSpPr>
          <a:xfrm>
            <a:off x="1182557" y="1450495"/>
            <a:ext cx="7905414" cy="342214"/>
            <a:chOff x="1263824" y="3392904"/>
            <a:chExt cx="7123119" cy="342214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3F726A4-5450-63DB-B7E3-B9A2CC0C7B27}"/>
                </a:ext>
              </a:extLst>
            </p:cNvPr>
            <p:cNvSpPr txBox="1"/>
            <p:nvPr/>
          </p:nvSpPr>
          <p:spPr>
            <a:xfrm>
              <a:off x="1753366" y="3392904"/>
              <a:ext cx="663357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spcBef>
                  <a:spcPts val="400"/>
                </a:spcBef>
                <a:defRPr/>
              </a:pPr>
              <a:r>
                <a:rPr lang="az-Latn-AZ" sz="1400" b="1" dirty="0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{{slide_</a:t>
              </a:r>
              <a:r>
                <a:rPr lang="ru-RU" sz="1400" b="1" dirty="0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5</a:t>
              </a:r>
              <a:r>
                <a:rPr lang="az-Latn-AZ" sz="1400" b="1" dirty="0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_main_text}}</a:t>
              </a:r>
              <a:endParaRPr lang="az-Latn-AZ" sz="1400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pic>
          <p:nvPicPr>
            <p:cNvPr id="27" name="Рисунок 24" descr="Изображение выглядит как Графика, символ, логотип, дизайн&#10;&#10;Автоматически созданное описание">
              <a:extLst>
                <a:ext uri="{FF2B5EF4-FFF2-40B4-BE49-F238E27FC236}">
                  <a16:creationId xmlns:a16="http://schemas.microsoft.com/office/drawing/2014/main" id="{32A41DC6-FA6E-F044-237F-A2DFBBE7A5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824" y="3429001"/>
              <a:ext cx="291938" cy="306117"/>
            </a:xfrm>
            <a:prstGeom prst="rect">
              <a:avLst/>
            </a:prstGeom>
          </p:spPr>
        </p:pic>
      </p:grpSp>
      <p:grpSp>
        <p:nvGrpSpPr>
          <p:cNvPr id="34" name="Группа 1">
            <a:extLst>
              <a:ext uri="{FF2B5EF4-FFF2-40B4-BE49-F238E27FC236}">
                <a16:creationId xmlns:a16="http://schemas.microsoft.com/office/drawing/2014/main" id="{E9602460-1A52-9490-678D-5A1681C1CC0E}"/>
              </a:ext>
            </a:extLst>
          </p:cNvPr>
          <p:cNvGrpSpPr/>
          <p:nvPr/>
        </p:nvGrpSpPr>
        <p:grpSpPr>
          <a:xfrm>
            <a:off x="1182557" y="2046678"/>
            <a:ext cx="7905414" cy="374930"/>
            <a:chOff x="1263824" y="3360188"/>
            <a:chExt cx="7123119" cy="374930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4028F43-9EBA-3259-020D-69C6528A1528}"/>
                </a:ext>
              </a:extLst>
            </p:cNvPr>
            <p:cNvSpPr txBox="1"/>
            <p:nvPr/>
          </p:nvSpPr>
          <p:spPr>
            <a:xfrm>
              <a:off x="1753366" y="3360188"/>
              <a:ext cx="663357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spcBef>
                  <a:spcPts val="400"/>
                </a:spcBef>
                <a:defRPr/>
              </a:pPr>
              <a:r>
                <a:rPr lang="az-Latn-AZ" sz="1400" b="1" dirty="0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{{slide_</a:t>
              </a:r>
              <a:r>
                <a:rPr lang="ru-RU" sz="1400" b="1" dirty="0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5</a:t>
              </a:r>
              <a:r>
                <a:rPr lang="az-Latn-AZ" sz="1400" b="1" dirty="0">
                  <a:solidFill>
                    <a:schemeClr val="accent5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_number_1}}</a:t>
              </a:r>
              <a:endParaRPr lang="az-Latn-AZ" sz="1400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pic>
          <p:nvPicPr>
            <p:cNvPr id="36" name="Рисунок 24" descr="Изображение выглядит как Графика, символ, логотип, дизайн&#10;&#10;Автоматически созданное описание">
              <a:extLst>
                <a:ext uri="{FF2B5EF4-FFF2-40B4-BE49-F238E27FC236}">
                  <a16:creationId xmlns:a16="http://schemas.microsoft.com/office/drawing/2014/main" id="{889F2A69-FC9E-2B76-4DBA-79AE1AF00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824" y="3429001"/>
              <a:ext cx="291938" cy="306117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424A0C6A-E4BB-9453-1F03-E7F47C872B7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9367" y="2940078"/>
            <a:ext cx="4925682" cy="29482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CB6EE6-72EC-844F-FB56-C7B7E91AFF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104" y="227097"/>
            <a:ext cx="4816208" cy="2627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88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9672123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CB236B87CB154D843F9C13C41BE49A" ma:contentTypeVersion="3" ma:contentTypeDescription="Create a new document." ma:contentTypeScope="" ma:versionID="278d9cd0118e38daaa77cec6fb6da1b1">
  <xsd:schema xmlns:xsd="http://www.w3.org/2001/XMLSchema" xmlns:xs="http://www.w3.org/2001/XMLSchema" xmlns:p="http://schemas.microsoft.com/office/2006/metadata/properties" xmlns:ns3="07b7cacb-e9b5-4dc4-9e56-b93c11992da9" targetNamespace="http://schemas.microsoft.com/office/2006/metadata/properties" ma:root="true" ma:fieldsID="2033c1e3f171fb1409778f4b00eb0d11" ns3:_="">
    <xsd:import namespace="07b7cacb-e9b5-4dc4-9e56-b93c11992da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b7cacb-e9b5-4dc4-9e56-b93c11992d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647C188-1132-42ED-AA25-6F24353AB272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schemas.microsoft.com/office/2006/metadata/properties"/>
    <ds:schemaRef ds:uri="07b7cacb-e9b5-4dc4-9e56-b93c11992da9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18B3BA4-21DB-45DA-860F-51498A37F00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360C46A-A2AA-4841-A0D1-57CD6850C1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b7cacb-e9b5-4dc4-9e56-b93c11992d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12928</TotalTime>
  <Words>69</Words>
  <Application>Microsoft Office PowerPoint</Application>
  <PresentationFormat>Widescreen</PresentationFormat>
  <Paragraphs>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Tahoma</vt:lpstr>
      <vt:lpstr>3_Office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Alexsandra Agapova</cp:lastModifiedBy>
  <cp:revision>1147</cp:revision>
  <cp:lastPrinted>2025-03-12T07:23:13Z</cp:lastPrinted>
  <dcterms:modified xsi:type="dcterms:W3CDTF">2026-05-05T12:19:28Z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0x010100F2CB236B87CB154D843F9C13C41BE49A</vt:lpwstr>
  </property>
</Properties>
</file>