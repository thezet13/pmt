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6"/>
  </p:notesMasterIdLst>
  <p:sldIdLst>
    <p:sldId id="1410" r:id="rId5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10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038918815175838E-2"/>
          <c:y val="6.2464013514523783E-2"/>
          <c:w val="0.93563088825319463"/>
          <c:h val="0.9079395204075342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13"/>
        <c:holeSize val="4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5292-C955-C9F5-5DD5-0D776108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5973014-860F-A7FA-C882-1F901353D978}"/>
              </a:ext>
            </a:extLst>
          </p:cNvPr>
          <p:cNvGrpSpPr/>
          <p:nvPr/>
        </p:nvGrpSpPr>
        <p:grpSpPr>
          <a:xfrm>
            <a:off x="5184014" y="2000141"/>
            <a:ext cx="2511930" cy="2358687"/>
            <a:chOff x="4497651" y="3106868"/>
            <a:chExt cx="2511930" cy="2358687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2F9A17B7-325A-7437-AF07-F62239BE156E}"/>
                </a:ext>
              </a:extLst>
            </p:cNvPr>
            <p:cNvGrpSpPr/>
            <p:nvPr/>
          </p:nvGrpSpPr>
          <p:grpSpPr>
            <a:xfrm>
              <a:off x="4497651" y="3720813"/>
              <a:ext cx="2319642" cy="1744742"/>
              <a:chOff x="4464787" y="3028566"/>
              <a:chExt cx="2581988" cy="1942070"/>
            </a:xfrm>
          </p:grpSpPr>
          <p:pic>
            <p:nvPicPr>
              <p:cNvPr id="35" name="Рисунок 34">
                <a:extLst>
                  <a:ext uri="{FF2B5EF4-FFF2-40B4-BE49-F238E27FC236}">
                    <a16:creationId xmlns:a16="http://schemas.microsoft.com/office/drawing/2014/main" id="{43EBD3C9-FF4E-4FA0-C014-E53BD49B9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464787" y="3028566"/>
                <a:ext cx="2581988" cy="1346227"/>
              </a:xfrm>
              <a:prstGeom prst="rect">
                <a:avLst/>
              </a:prstGeom>
            </p:spPr>
          </p:pic>
          <p:sp>
            <p:nvSpPr>
              <p:cNvPr id="36" name="Прямоугольник 41">
                <a:extLst>
                  <a:ext uri="{FF2B5EF4-FFF2-40B4-BE49-F238E27FC236}">
                    <a16:creationId xmlns:a16="http://schemas.microsoft.com/office/drawing/2014/main" id="{225F68EF-99A3-15C5-6181-7F13DE0AE8F6}"/>
                  </a:ext>
                </a:extLst>
              </p:cNvPr>
              <p:cNvSpPr/>
              <p:nvPr/>
            </p:nvSpPr>
            <p:spPr>
              <a:xfrm>
                <a:off x="4912522" y="3799083"/>
                <a:ext cx="461960" cy="82220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b="1" dirty="0">
                    <a:solidFill>
                      <a:srgbClr val="0C64B4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{13_kisi}</a:t>
                </a:r>
                <a:endPara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C64B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7" name="Прямоугольник 41">
                <a:extLst>
                  <a:ext uri="{FF2B5EF4-FFF2-40B4-BE49-F238E27FC236}">
                    <a16:creationId xmlns:a16="http://schemas.microsoft.com/office/drawing/2014/main" id="{57170807-F07C-9FB2-1A52-B57C4D0E4094}"/>
                  </a:ext>
                </a:extLst>
              </p:cNvPr>
              <p:cNvSpPr/>
              <p:nvPr/>
            </p:nvSpPr>
            <p:spPr>
              <a:xfrm>
                <a:off x="6124575" y="3799083"/>
                <a:ext cx="461960" cy="10962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{13_qadin}</a:t>
                </a:r>
                <a:endParaRPr kumimoji="0" lang="az-Latn-AZ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80F79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8" name="Прямоугольник 41">
                <a:extLst>
                  <a:ext uri="{FF2B5EF4-FFF2-40B4-BE49-F238E27FC236}">
                    <a16:creationId xmlns:a16="http://schemas.microsoft.com/office/drawing/2014/main" id="{3FDDFFD1-B2E4-0089-913E-189E10BE3C6C}"/>
                  </a:ext>
                </a:extLst>
              </p:cNvPr>
              <p:cNvSpPr/>
              <p:nvPr/>
            </p:nvSpPr>
            <p:spPr>
              <a:xfrm>
                <a:off x="5524801" y="3429000"/>
                <a:ext cx="461960" cy="15416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B26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{13_ortayas}</a:t>
                </a:r>
                <a:endPara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2B269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" name="Прямоугольник 41">
                <a:extLst>
                  <a:ext uri="{FF2B5EF4-FFF2-40B4-BE49-F238E27FC236}">
                    <a16:creationId xmlns:a16="http://schemas.microsoft.com/office/drawing/2014/main" id="{06986E22-14F4-CFDB-6DB8-42F7A451F1D4}"/>
                  </a:ext>
                </a:extLst>
              </p:cNvPr>
              <p:cNvSpPr/>
              <p:nvPr/>
            </p:nvSpPr>
            <p:spPr>
              <a:xfrm>
                <a:off x="5248936" y="3842489"/>
                <a:ext cx="461960" cy="20555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C64B4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  <p:sp>
            <p:nvSpPr>
              <p:cNvPr id="10" name="Прямоугольник 41">
                <a:extLst>
                  <a:ext uri="{FF2B5EF4-FFF2-40B4-BE49-F238E27FC236}">
                    <a16:creationId xmlns:a16="http://schemas.microsoft.com/office/drawing/2014/main" id="{6484ED94-0365-3EC7-4A69-3BC3D7ACC051}"/>
                  </a:ext>
                </a:extLst>
              </p:cNvPr>
              <p:cNvSpPr/>
              <p:nvPr/>
            </p:nvSpPr>
            <p:spPr>
              <a:xfrm>
                <a:off x="6467247" y="3832869"/>
                <a:ext cx="461960" cy="20555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0F79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D5BCD62-A9A0-A1C7-4CD0-3494CEF0A84E}"/>
                </a:ext>
              </a:extLst>
            </p:cNvPr>
            <p:cNvSpPr/>
            <p:nvPr/>
          </p:nvSpPr>
          <p:spPr>
            <a:xfrm>
              <a:off x="4497651" y="3106868"/>
              <a:ext cx="2511930" cy="369333"/>
            </a:xfrm>
            <a:prstGeom prst="rect">
              <a:avLst/>
            </a:prstGeom>
            <a:solidFill>
              <a:srgbClr val="0C64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az-Latn-A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2CEC1AD4-42E7-1221-0208-CE4B4A2C58A3}"/>
                </a:ext>
              </a:extLst>
            </p:cNvPr>
            <p:cNvGrpSpPr/>
            <p:nvPr/>
          </p:nvGrpSpPr>
          <p:grpSpPr>
            <a:xfrm>
              <a:off x="4713426" y="3122257"/>
              <a:ext cx="1954342" cy="1015663"/>
              <a:chOff x="1174869" y="4089197"/>
              <a:chExt cx="1954342" cy="101566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21A9E08-B8FB-A3C8-F243-36F83C7A3E87}"/>
                  </a:ext>
                </a:extLst>
              </p:cNvPr>
              <p:cNvSpPr txBox="1"/>
              <p:nvPr/>
            </p:nvSpPr>
            <p:spPr>
              <a:xfrm>
                <a:off x="2449520" y="4089197"/>
                <a:ext cx="679691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E9F5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{13_umimi}</a:t>
                </a:r>
                <a:endParaRPr kumimoji="0" lang="az-Latn-AZ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D0E9F5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2A8202C-0989-BCB1-6682-1AA70F15CD69}"/>
                  </a:ext>
                </a:extLst>
              </p:cNvPr>
              <p:cNvSpPr txBox="1"/>
              <p:nvPr/>
            </p:nvSpPr>
            <p:spPr>
              <a:xfrm>
                <a:off x="1174869" y="4143058"/>
                <a:ext cx="1205922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Ümumi say</a:t>
                </a: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2710992-1BDF-FE39-C231-B48F2160D94F}"/>
              </a:ext>
            </a:extLst>
          </p:cNvPr>
          <p:cNvSpPr txBox="1"/>
          <p:nvPr/>
        </p:nvSpPr>
        <p:spPr>
          <a:xfrm>
            <a:off x="8016969" y="1219900"/>
            <a:ext cx="3455998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Beynəlxalq sertifikat almış əməkdaş sayı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D887AE1-9C3D-6CF1-5F0C-9645F4263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1570008"/>
              </p:ext>
            </p:extLst>
          </p:nvPr>
        </p:nvGraphicFramePr>
        <p:xfrm>
          <a:off x="8102013" y="1603280"/>
          <a:ext cx="3263900" cy="3049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666BE63-602B-A03A-59B4-F24D1D1C2047}"/>
              </a:ext>
            </a:extLst>
          </p:cNvPr>
          <p:cNvSpPr txBox="1"/>
          <p:nvPr/>
        </p:nvSpPr>
        <p:spPr>
          <a:xfrm>
            <a:off x="1085586" y="5131299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Vakansiya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476FD-D983-6053-ABD3-55F2C6F79988}"/>
              </a:ext>
            </a:extLst>
          </p:cNvPr>
          <p:cNvSpPr txBox="1"/>
          <p:nvPr/>
        </p:nvSpPr>
        <p:spPr>
          <a:xfrm>
            <a:off x="2330266" y="5131299"/>
            <a:ext cx="901457" cy="277200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{13_v_ag}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890CDF-5043-939D-1D18-B4FEFB9C3A36}"/>
              </a:ext>
            </a:extLst>
          </p:cNvPr>
          <p:cNvSpPr txBox="1"/>
          <p:nvPr/>
        </p:nvSpPr>
        <p:spPr>
          <a:xfrm>
            <a:off x="1085586" y="5430552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İşçi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7F0C9D-4E5D-638D-AA4E-34D897193DC2}"/>
              </a:ext>
            </a:extLst>
          </p:cNvPr>
          <p:cNvSpPr txBox="1"/>
          <p:nvPr/>
        </p:nvSpPr>
        <p:spPr>
          <a:xfrm>
            <a:off x="1085586" y="5729805"/>
            <a:ext cx="1222656" cy="283930"/>
          </a:xfrm>
          <a:prstGeom prst="rect">
            <a:avLst/>
          </a:prstGeom>
          <a:solidFill>
            <a:srgbClr val="9EC5E5">
              <a:alpha val="45000"/>
            </a:srgbClr>
          </a:solidFill>
        </p:spPr>
        <p:txBody>
          <a:bodyPr wrap="square" lIns="36000" tIns="50400" rIns="36000" bIns="5040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Ştat sayı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14FB9-2149-D0A2-A425-7A52BA65FA5C}"/>
              </a:ext>
            </a:extLst>
          </p:cNvPr>
          <p:cNvSpPr txBox="1"/>
          <p:nvPr/>
        </p:nvSpPr>
        <p:spPr>
          <a:xfrm>
            <a:off x="2330266" y="5434017"/>
            <a:ext cx="901457" cy="553998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365FB-5960-B400-2F37-AF6E98D5EDBF}"/>
              </a:ext>
            </a:extLst>
          </p:cNvPr>
          <p:cNvSpPr txBox="1"/>
          <p:nvPr/>
        </p:nvSpPr>
        <p:spPr>
          <a:xfrm>
            <a:off x="2330266" y="5733270"/>
            <a:ext cx="901457" cy="277200"/>
          </a:xfrm>
          <a:prstGeom prst="rect">
            <a:avLst/>
          </a:prstGeom>
          <a:solidFill>
            <a:srgbClr val="1E3D6D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E87335-F40F-8CD3-A243-9486847709A3}"/>
              </a:ext>
            </a:extLst>
          </p:cNvPr>
          <p:cNvSpPr txBox="1"/>
          <p:nvPr/>
        </p:nvSpPr>
        <p:spPr>
          <a:xfrm>
            <a:off x="3253747" y="5131299"/>
            <a:ext cx="901457" cy="277200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{13_v_ap}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07C07-B9CD-5883-65F0-9525F561EE6E}"/>
              </a:ext>
            </a:extLst>
          </p:cNvPr>
          <p:cNvSpPr txBox="1"/>
          <p:nvPr/>
        </p:nvSpPr>
        <p:spPr>
          <a:xfrm>
            <a:off x="3253747" y="5434017"/>
            <a:ext cx="901457" cy="553998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0E0CE-0B74-A7FF-B400-31F9507E7196}"/>
              </a:ext>
            </a:extLst>
          </p:cNvPr>
          <p:cNvSpPr txBox="1"/>
          <p:nvPr/>
        </p:nvSpPr>
        <p:spPr>
          <a:xfrm>
            <a:off x="3253747" y="5733270"/>
            <a:ext cx="901457" cy="277200"/>
          </a:xfrm>
          <a:prstGeom prst="rect">
            <a:avLst/>
          </a:prstGeom>
          <a:solidFill>
            <a:srgbClr val="0C64B4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412D06-B25A-DA1D-69DA-60364228C2E8}"/>
              </a:ext>
            </a:extLst>
          </p:cNvPr>
          <p:cNvSpPr txBox="1"/>
          <p:nvPr/>
        </p:nvSpPr>
        <p:spPr>
          <a:xfrm>
            <a:off x="4177228" y="5131299"/>
            <a:ext cx="901457" cy="277200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{13_v_me}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FF38D-0D31-8E9B-25AE-27135AFAB5B3}"/>
              </a:ext>
            </a:extLst>
          </p:cNvPr>
          <p:cNvSpPr txBox="1"/>
          <p:nvPr/>
        </p:nvSpPr>
        <p:spPr>
          <a:xfrm>
            <a:off x="4177228" y="5434017"/>
            <a:ext cx="901457" cy="553998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7995B0-3D01-E245-F2AB-1C0FA2DFF1CB}"/>
              </a:ext>
            </a:extLst>
          </p:cNvPr>
          <p:cNvSpPr txBox="1"/>
          <p:nvPr/>
        </p:nvSpPr>
        <p:spPr>
          <a:xfrm>
            <a:off x="4177228" y="5733270"/>
            <a:ext cx="901457" cy="277200"/>
          </a:xfrm>
          <a:prstGeom prst="rect">
            <a:avLst/>
          </a:prstGeom>
          <a:solidFill>
            <a:srgbClr val="5299BC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DA6A09-FD21-3D2B-10EE-0B4358C38541}"/>
              </a:ext>
            </a:extLst>
          </p:cNvPr>
          <p:cNvSpPr txBox="1"/>
          <p:nvPr/>
        </p:nvSpPr>
        <p:spPr>
          <a:xfrm>
            <a:off x="5099821" y="5131299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{13_v_mmc}</a:t>
            </a:r>
            <a:endParaRPr lang="az-Latn-AZ" dirty="0">
              <a:solidFill>
                <a:prstClr val="white"/>
              </a:solidFill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0B465D-08F2-8AC2-DDA4-E06A3F920803}"/>
              </a:ext>
            </a:extLst>
          </p:cNvPr>
          <p:cNvSpPr txBox="1"/>
          <p:nvPr/>
        </p:nvSpPr>
        <p:spPr>
          <a:xfrm>
            <a:off x="5099821" y="5434017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i_mmc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2E32F6-351E-2F97-BCF5-47709B7BD9B0}"/>
              </a:ext>
            </a:extLst>
          </p:cNvPr>
          <p:cNvSpPr txBox="1"/>
          <p:nvPr/>
        </p:nvSpPr>
        <p:spPr>
          <a:xfrm>
            <a:off x="5099821" y="5733270"/>
            <a:ext cx="901457" cy="277200"/>
          </a:xfrm>
          <a:prstGeom prst="rect">
            <a:avLst/>
          </a:prstGeom>
          <a:solidFill>
            <a:srgbClr val="007C77"/>
          </a:solidFill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en-US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13_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s_mmc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9531BE-6963-2C1A-4148-AEEDF9F4DC03}"/>
              </a:ext>
            </a:extLst>
          </p:cNvPr>
          <p:cNvSpPr txBox="1"/>
          <p:nvPr/>
        </p:nvSpPr>
        <p:spPr>
          <a:xfrm>
            <a:off x="2330266" y="4734709"/>
            <a:ext cx="901457" cy="369776"/>
          </a:xfrm>
          <a:prstGeom prst="rect">
            <a:avLst/>
          </a:prstGeom>
          <a:solidFill>
            <a:srgbClr val="C7CFDB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Agentliyi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BFCCEC-1173-6C04-D187-278294C509FF}"/>
              </a:ext>
            </a:extLst>
          </p:cNvPr>
          <p:cNvSpPr txBox="1"/>
          <p:nvPr/>
        </p:nvSpPr>
        <p:spPr>
          <a:xfrm>
            <a:off x="3263199" y="4734709"/>
            <a:ext cx="892006" cy="369776"/>
          </a:xfrm>
          <a:prstGeom prst="rect">
            <a:avLst/>
          </a:prstGeom>
          <a:solidFill>
            <a:srgbClr val="C2D8ED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Aparat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80A41E-0944-B798-507D-4E55732885BF}"/>
              </a:ext>
            </a:extLst>
          </p:cNvPr>
          <p:cNvSpPr txBox="1"/>
          <p:nvPr/>
        </p:nvSpPr>
        <p:spPr>
          <a:xfrm>
            <a:off x="4186679" y="4734709"/>
            <a:ext cx="892006" cy="369776"/>
          </a:xfrm>
          <a:prstGeom prst="rect">
            <a:avLst/>
          </a:prstGeom>
          <a:solidFill>
            <a:srgbClr val="D4E6EF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</a:t>
            </a: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200" b="1" dirty="0">
                <a:solidFill>
                  <a:srgbClr val="1E3D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Mərkəzləri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1ADDA5-D2D7-50AE-B086-1E5EE9943460}"/>
              </a:ext>
            </a:extLst>
          </p:cNvPr>
          <p:cNvSpPr txBox="1"/>
          <p:nvPr/>
        </p:nvSpPr>
        <p:spPr>
          <a:xfrm>
            <a:off x="5104546" y="4734709"/>
            <a:ext cx="892006" cy="369776"/>
          </a:xfrm>
          <a:prstGeom prst="rect">
            <a:avLst/>
          </a:prstGeom>
          <a:solidFill>
            <a:srgbClr val="BFDEDD">
              <a:alpha val="75000"/>
            </a:srgbClr>
          </a:solidFill>
        </p:spPr>
        <p:txBody>
          <a:bodyPr wrap="square" lIns="0" tIns="18000" rIns="0" bIns="18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DOST </a:t>
            </a:r>
          </a:p>
          <a:p>
            <a:pPr marL="0" marR="0" lvl="0" indent="0" algn="ctr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MMC-</a:t>
            </a:r>
            <a:r>
              <a:rPr kumimoji="0" lang="az-Latn-AZ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E3D6D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lər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1E3D6D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8C0284C-AAD5-4F21-7557-FBADA5D3CF9D}"/>
              </a:ext>
            </a:extLst>
          </p:cNvPr>
          <p:cNvGrpSpPr/>
          <p:nvPr/>
        </p:nvGrpSpPr>
        <p:grpSpPr>
          <a:xfrm>
            <a:off x="1072869" y="1212983"/>
            <a:ext cx="3246850" cy="3246850"/>
            <a:chOff x="1072870" y="1219900"/>
            <a:chExt cx="3246850" cy="3246850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FEAE59ED-7ECD-1140-1A9C-A0376626F3A5}"/>
                </a:ext>
              </a:extLst>
            </p:cNvPr>
            <p:cNvGrpSpPr/>
            <p:nvPr/>
          </p:nvGrpSpPr>
          <p:grpSpPr>
            <a:xfrm>
              <a:off x="1072870" y="1219900"/>
              <a:ext cx="3246850" cy="3246850"/>
              <a:chOff x="682798" y="1485482"/>
              <a:chExt cx="3020762" cy="3020762"/>
            </a:xfrm>
          </p:grpSpPr>
          <p:pic>
            <p:nvPicPr>
              <p:cNvPr id="59" name="Рисунок 58">
                <a:extLst>
                  <a:ext uri="{FF2B5EF4-FFF2-40B4-BE49-F238E27FC236}">
                    <a16:creationId xmlns:a16="http://schemas.microsoft.com/office/drawing/2014/main" id="{9053DD4E-B08D-DE01-3C4B-E866BB0B7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82798" y="1485482"/>
                <a:ext cx="3020762" cy="3020762"/>
              </a:xfrm>
              <a:prstGeom prst="rect">
                <a:avLst/>
              </a:prstGeom>
            </p:spPr>
          </p:pic>
          <p:sp>
            <p:nvSpPr>
              <p:cNvPr id="60" name="Прямоугольник 41">
                <a:extLst>
                  <a:ext uri="{FF2B5EF4-FFF2-40B4-BE49-F238E27FC236}">
                    <a16:creationId xmlns:a16="http://schemas.microsoft.com/office/drawing/2014/main" id="{FD11F609-7100-3BAE-52D7-4B0B0DB1F5B9}"/>
                  </a:ext>
                </a:extLst>
              </p:cNvPr>
              <p:cNvSpPr/>
              <p:nvPr/>
            </p:nvSpPr>
            <p:spPr>
              <a:xfrm>
                <a:off x="2861511" y="2113131"/>
                <a:ext cx="695967" cy="114538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{13_isdenazad}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1" name="Прямоугольник 41">
                <a:extLst>
                  <a:ext uri="{FF2B5EF4-FFF2-40B4-BE49-F238E27FC236}">
                    <a16:creationId xmlns:a16="http://schemas.microsoft.com/office/drawing/2014/main" id="{1F63095A-5D37-3745-7158-38F450E63F89}"/>
                  </a:ext>
                </a:extLst>
              </p:cNvPr>
              <p:cNvSpPr/>
              <p:nvPr/>
            </p:nvSpPr>
            <p:spPr>
              <a:xfrm>
                <a:off x="857014" y="3592834"/>
                <a:ext cx="695968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{13_orta_isci}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2" name="Прямоугольник 41">
                <a:extLst>
                  <a:ext uri="{FF2B5EF4-FFF2-40B4-BE49-F238E27FC236}">
                    <a16:creationId xmlns:a16="http://schemas.microsoft.com/office/drawing/2014/main" id="{5A2A4E04-C8EF-98CB-9032-F3298CF33B81}"/>
                  </a:ext>
                </a:extLst>
              </p:cNvPr>
              <p:cNvSpPr/>
              <p:nvPr/>
            </p:nvSpPr>
            <p:spPr>
              <a:xfrm>
                <a:off x="2859286" y="3592834"/>
                <a:ext cx="759965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{13_turnover}</a:t>
                </a:r>
                <a:endPara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3" name="Прямоугольник 41">
                <a:extLst>
                  <a:ext uri="{FF2B5EF4-FFF2-40B4-BE49-F238E27FC236}">
                    <a16:creationId xmlns:a16="http://schemas.microsoft.com/office/drawing/2014/main" id="{1A54A9BE-2173-5148-DD8C-791F5BE79314}"/>
                  </a:ext>
                </a:extLst>
              </p:cNvPr>
              <p:cNvSpPr/>
              <p:nvPr/>
            </p:nvSpPr>
            <p:spPr>
              <a:xfrm>
                <a:off x="951423" y="2113131"/>
                <a:ext cx="601560" cy="859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0" algn="r"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B6E7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</a:t>
                </a:r>
                <a:r>
                  <a:rPr lang="en-US" sz="2000" b="1" dirty="0">
                    <a:solidFill>
                      <a:srgbClr val="55B6E7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13_iseqebil}</a:t>
                </a:r>
                <a:endParaRPr kumimoji="0" lang="az-Latn-AZ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5B6E7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" name="Прямоугольник 41">
                <a:extLst>
                  <a:ext uri="{FF2B5EF4-FFF2-40B4-BE49-F238E27FC236}">
                    <a16:creationId xmlns:a16="http://schemas.microsoft.com/office/drawing/2014/main" id="{DA2A728F-CCD4-B8AD-0CF1-531545C2857A}"/>
                  </a:ext>
                </a:extLst>
              </p:cNvPr>
              <p:cNvSpPr/>
              <p:nvPr/>
            </p:nvSpPr>
            <p:spPr>
              <a:xfrm>
                <a:off x="3274494" y="3641135"/>
                <a:ext cx="247687" cy="20044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B6E7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</a:p>
            </p:txBody>
          </p:sp>
        </p:grpSp>
        <p:sp>
          <p:nvSpPr>
            <p:cNvPr id="64" name="Прямоугольник 41">
              <a:extLst>
                <a:ext uri="{FF2B5EF4-FFF2-40B4-BE49-F238E27FC236}">
                  <a16:creationId xmlns:a16="http://schemas.microsoft.com/office/drawing/2014/main" id="{E04C5698-9931-A3C5-4607-B17B9D2FB9B4}"/>
                </a:ext>
              </a:extLst>
            </p:cNvPr>
            <p:cNvSpPr/>
            <p:nvPr/>
          </p:nvSpPr>
          <p:spPr>
            <a:xfrm>
              <a:off x="1260127" y="1545042"/>
              <a:ext cx="748057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İşə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qəbul sayı</a:t>
              </a:r>
            </a:p>
          </p:txBody>
        </p:sp>
        <p:sp>
          <p:nvSpPr>
            <p:cNvPr id="65" name="Прямоугольник 41">
              <a:extLst>
                <a:ext uri="{FF2B5EF4-FFF2-40B4-BE49-F238E27FC236}">
                  <a16:creationId xmlns:a16="http://schemas.microsoft.com/office/drawing/2014/main" id="{9ACE0560-EBFE-D0CB-11E2-307C01850A90}"/>
                </a:ext>
              </a:extLst>
            </p:cNvPr>
            <p:cNvSpPr/>
            <p:nvPr/>
          </p:nvSpPr>
          <p:spPr>
            <a:xfrm>
              <a:off x="3412258" y="1545042"/>
              <a:ext cx="646585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İşdən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azad sayı</a:t>
              </a:r>
            </a:p>
          </p:txBody>
        </p:sp>
        <p:sp>
          <p:nvSpPr>
            <p:cNvPr id="66" name="Прямоугольник 41">
              <a:extLst>
                <a:ext uri="{FF2B5EF4-FFF2-40B4-BE49-F238E27FC236}">
                  <a16:creationId xmlns:a16="http://schemas.microsoft.com/office/drawing/2014/main" id="{7BF9268E-657B-736C-1720-E15283AA4486}"/>
                </a:ext>
              </a:extLst>
            </p:cNvPr>
            <p:cNvSpPr/>
            <p:nvPr/>
          </p:nvSpPr>
          <p:spPr>
            <a:xfrm>
              <a:off x="1409700" y="3823528"/>
              <a:ext cx="598483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Orta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işçi sayı</a:t>
              </a:r>
            </a:p>
          </p:txBody>
        </p:sp>
        <p:sp>
          <p:nvSpPr>
            <p:cNvPr id="67" name="Прямоугольник 41">
              <a:extLst>
                <a:ext uri="{FF2B5EF4-FFF2-40B4-BE49-F238E27FC236}">
                  <a16:creationId xmlns:a16="http://schemas.microsoft.com/office/drawing/2014/main" id="{2561D240-8A9D-6AE3-2C5A-19D2D219912A}"/>
                </a:ext>
              </a:extLst>
            </p:cNvPr>
            <p:cNvSpPr/>
            <p:nvPr/>
          </p:nvSpPr>
          <p:spPr>
            <a:xfrm>
              <a:off x="3412258" y="3823528"/>
              <a:ext cx="646584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Tahoma" panose="020B0604030504040204" pitchFamily="34" charset="0"/>
                  <a:cs typeface="Tahoma" panose="020B0604030504040204" pitchFamily="34" charset="0"/>
                </a:rPr>
                <a:t>Turnover</a:t>
              </a:r>
            </a:p>
          </p:txBody>
        </p:sp>
        <p:sp>
          <p:nvSpPr>
            <p:cNvPr id="68" name="Прямоугольник 41">
              <a:extLst>
                <a:ext uri="{FF2B5EF4-FFF2-40B4-BE49-F238E27FC236}">
                  <a16:creationId xmlns:a16="http://schemas.microsoft.com/office/drawing/2014/main" id="{009ED6A7-5F6A-326A-8B87-C90AE17AE795}"/>
                </a:ext>
              </a:extLst>
            </p:cNvPr>
            <p:cNvSpPr/>
            <p:nvPr/>
          </p:nvSpPr>
          <p:spPr>
            <a:xfrm>
              <a:off x="2080951" y="2469080"/>
              <a:ext cx="1237098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{13_stat}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8596AF0-3014-FEC3-626E-4EB21916D2A0}"/>
              </a:ext>
            </a:extLst>
          </p:cNvPr>
          <p:cNvSpPr txBox="1"/>
          <p:nvPr/>
        </p:nvSpPr>
        <p:spPr>
          <a:xfrm>
            <a:off x="1194233" y="562640"/>
            <a:ext cx="1001478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{13_title}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57B58A-ADDC-4AFF-9ACA-AA3B7CAE7070}"/>
              </a:ext>
            </a:extLst>
          </p:cNvPr>
          <p:cNvSpPr txBox="1"/>
          <p:nvPr/>
        </p:nvSpPr>
        <p:spPr>
          <a:xfrm>
            <a:off x="7164609" y="5756353"/>
            <a:ext cx="4044412" cy="2308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spAutoFit/>
          </a:bodyPr>
          <a:lstStyle/>
          <a:p>
            <a:r>
              <a:rPr kumimoji="0" lang="az-Latn-AZ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Qeyd: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AF5C14-712B-D0A9-D449-B3521447EFE4}"/>
              </a:ext>
            </a:extLst>
          </p:cNvPr>
          <p:cNvSpPr txBox="1"/>
          <p:nvPr/>
        </p:nvSpPr>
        <p:spPr>
          <a:xfrm>
            <a:off x="7576565" y="5756353"/>
            <a:ext cx="4044412" cy="2308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{13_qeyd}</a:t>
            </a:r>
          </a:p>
        </p:txBody>
      </p:sp>
      <p:pic>
        <p:nvPicPr>
          <p:cNvPr id="41" name="slide_13_donut">
            <a:extLst>
              <a:ext uri="{FF2B5EF4-FFF2-40B4-BE49-F238E27FC236}">
                <a16:creationId xmlns:a16="http://schemas.microsoft.com/office/drawing/2014/main" id="{F01F91D3-98A5-542C-3DDE-505D8A169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669" y="1538125"/>
            <a:ext cx="3600859" cy="411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1911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13347</TotalTime>
  <Words>177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Tahoma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1154</cp:revision>
  <cp:lastPrinted>2025-03-12T07:23:13Z</cp:lastPrinted>
  <dcterms:modified xsi:type="dcterms:W3CDTF">2026-05-18T09:52:13Z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