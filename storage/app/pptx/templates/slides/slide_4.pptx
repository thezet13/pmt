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4">
  <p:sldMasterIdLst>
    <p:sldMasterId id="2147483792" r:id="rId4"/>
  </p:sldMasterIdLst>
  <p:notesMasterIdLst>
    <p:notesMasterId r:id="rId6"/>
  </p:notesMasterIdLst>
  <p:sldIdLst>
    <p:sldId id="1419" r:id="rId5"/>
  </p:sldIdLst>
  <p:sldSz cx="12192000" cy="6858000"/>
  <p:notesSz cx="6888163" cy="10018713"/>
  <p:defaultTextStyle>
    <a:defPPr>
      <a:defRPr lang="az-Latn-A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F844C4-DB05-97AE-B551-E1A2577842B1}" name="Nigar Suleymanova" initials="NS" userId="S::nsuleymanova2016@ada.edu.az::873623fc-fc27-49c7-9fec-92e9f765a2b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CFC"/>
    <a:srgbClr val="1C72AD"/>
    <a:srgbClr val="2F5597"/>
    <a:srgbClr val="D80F79"/>
    <a:srgbClr val="CCECFF"/>
    <a:srgbClr val="104D7F"/>
    <a:srgbClr val="73AAE0"/>
    <a:srgbClr val="FBFDFF"/>
    <a:srgbClr val="002060"/>
    <a:srgbClr val="6F7A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96" y="96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6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84871" cy="502675"/>
          </a:xfrm>
          <a:prstGeom prst="rect">
            <a:avLst/>
          </a:prstGeom>
        </p:spPr>
        <p:txBody>
          <a:bodyPr vert="horz" lIns="93101" tIns="46551" rIns="93101" bIns="4655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9" y="2"/>
            <a:ext cx="2984871" cy="502675"/>
          </a:xfrm>
          <a:prstGeom prst="rect">
            <a:avLst/>
          </a:prstGeom>
        </p:spPr>
        <p:txBody>
          <a:bodyPr vert="horz" lIns="93101" tIns="46551" rIns="93101" bIns="46551" rtlCol="0"/>
          <a:lstStyle>
            <a:lvl1pPr algn="r">
              <a:defRPr sz="1200"/>
            </a:lvl1pPr>
          </a:lstStyle>
          <a:p>
            <a:fld id="{D3ADC96D-4607-49E4-B3C4-BD2739DD8978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797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01" tIns="46551" rIns="93101" bIns="4655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821507"/>
            <a:ext cx="5510530" cy="3944869"/>
          </a:xfrm>
          <a:prstGeom prst="rect">
            <a:avLst/>
          </a:prstGeom>
        </p:spPr>
        <p:txBody>
          <a:bodyPr vert="horz" lIns="93101" tIns="46551" rIns="93101" bIns="4655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6040"/>
            <a:ext cx="2984871" cy="502674"/>
          </a:xfrm>
          <a:prstGeom prst="rect">
            <a:avLst/>
          </a:prstGeom>
        </p:spPr>
        <p:txBody>
          <a:bodyPr vert="horz" lIns="93101" tIns="46551" rIns="93101" bIns="4655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9" y="9516040"/>
            <a:ext cx="2984871" cy="502674"/>
          </a:xfrm>
          <a:prstGeom prst="rect">
            <a:avLst/>
          </a:prstGeom>
        </p:spPr>
        <p:txBody>
          <a:bodyPr vert="horz" lIns="93101" tIns="46551" rIns="93101" bIns="46551" rtlCol="0" anchor="b"/>
          <a:lstStyle>
            <a:lvl1pPr algn="r">
              <a:defRPr sz="1200"/>
            </a:lvl1pPr>
          </a:lstStyle>
          <a:p>
            <a:fld id="{66871B48-58BE-422B-804F-E151A69DE16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04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0AC08-10C9-4974-8DA4-E1DE37872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F340E9-81ED-4951-AC03-08C1B141E7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F6568-ECF6-4C14-A022-3AA4DC92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16F9A1-BD4F-4E0A-8B3B-530DFD448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A16F0-3BF3-4019-8244-75A20AB0E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467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DD8D0-1CD2-422D-AA55-B07E32D72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A08E0-DD07-420A-A167-3A77AAB7D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5FF7F-E4A0-4C36-B3A9-C798284ED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94A7E-69F9-4E0A-8444-C0F76B3C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1FC32-75C3-41BF-8B3A-8266D109C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06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BDDE4-9D17-43F1-8742-E3B60E23C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DB499D-49B8-4329-9727-5943C663F8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4F238-1FAA-4FA0-AB1E-84969EFB3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90C9E-6D8C-4F71-A77E-373618DF9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09BCF-1311-43BE-B931-0190848D7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164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0FC1E-A168-4FD6-B344-65128B612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71501-EC08-4511-8B67-FAF9983A96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0C7E6F-03D8-49DC-937E-980759B56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C69A8-26AD-419B-A3CB-BAA0CD521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F8E59-681F-4D20-B2A8-76B8E059F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F936B-64AA-4898-9C34-C594BADBC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174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FB45E-FFAC-4D1F-BF18-0FD68EAA9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AB9DF-2D35-45C1-9F4A-82F0B65CD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B7515A-F501-4262-8F7F-73AB3AB7B4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76AD10-95E7-4399-8BB3-701D30C869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8DE236-36D3-4489-8956-9D1658008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ED3343-93E1-4435-8603-76851EA73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F2205D-E24F-45A7-B100-E19EA034C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EFB6ED-4B51-41BA-834C-452D70D56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08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642CA-3CC8-479F-968E-101A67D46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D75E9F-213D-4051-BC20-DFC034C59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C36532-5BDE-42D9-A51C-EB445398D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A4EDA7-9BC3-42AA-AADD-560143813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264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D175E-808E-43B1-86B9-EA7655066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329FDD-BEAE-49C9-9B2B-D46D81D5E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A4E9B-41B1-4888-AC5B-AE8376238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60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89656-6AFA-48E8-B6ED-0EA1EAFAE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DC803-4E19-4AAD-9F4D-B625D6D10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06DAF8-7892-480D-A4C0-1A873CA518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513D-B6F6-445A-B25D-BA5FCE436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A1658-216F-4C6D-98EB-E9E3AEDCE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04F92D-57D6-4E74-8F01-3F5A294BC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51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8F91A-0CB8-4188-8337-E5CA8135E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C1A532-9008-4545-9521-83FA84EA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3E44B2-5CAB-411E-95A0-0CAE87AE5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2CDDE-D619-4873-BE43-A01DCBDEE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8C8F1E-5322-4239-8D3D-D8683203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6519E1-3F14-419A-932B-4EB6B521C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334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0DF5B-5BDC-48CF-A29A-E60B2E6CF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CA91C6-275B-4E89-819A-029610783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C001F-33AA-43E5-BCA5-1EDBF29CF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90102-3038-405F-B04D-D0FC6C42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46B65-B51E-4BA4-AC37-4AA3C7F30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7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62B639-962F-442B-A386-EEA8E3E154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CA2191-BC2F-4A47-9D49-D3859BC3F9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AD6B3-6909-433E-B6AB-766C83E5B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2B952-14C0-4E63-854A-E77AEE5A637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0EDBA-AC35-41E3-845E-A1D8F0BD4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6F30E-B7D7-49E0-87E8-B23A89D50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069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174C59-9AE4-41DF-BC10-909A3B434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497DA-614A-43C4-A98C-C804CC6B8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2B922-DA49-4292-8EA7-8DDBE09FA3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2B952-14C0-4E63-854A-E77AEE5A637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EA9A4-8759-4147-84F9-F723BA0926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086AA-6C52-4A65-9807-A6D0B823F7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2BA0E9-13E1-40F7-9122-C87F1D0CC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04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3E341-3761-F275-8717-E6A20746E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D1217D94-34A4-1511-D9BE-20EC52192A8E}"/>
              </a:ext>
            </a:extLst>
          </p:cNvPr>
          <p:cNvGrpSpPr/>
          <p:nvPr/>
        </p:nvGrpSpPr>
        <p:grpSpPr>
          <a:xfrm>
            <a:off x="1072869" y="1483204"/>
            <a:ext cx="3771830" cy="330607"/>
            <a:chOff x="1263824" y="3422393"/>
            <a:chExt cx="3398582" cy="33060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018B473-506B-9891-816D-8672B8A221EA}"/>
                </a:ext>
              </a:extLst>
            </p:cNvPr>
            <p:cNvSpPr txBox="1"/>
            <p:nvPr/>
          </p:nvSpPr>
          <p:spPr>
            <a:xfrm>
              <a:off x="1746089" y="3422393"/>
              <a:ext cx="2916317" cy="2000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{4_text_1}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pic>
          <p:nvPicPr>
            <p:cNvPr id="14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28F0616F-2262-572C-EBF7-B33EB59A0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824" y="3429000"/>
              <a:ext cx="308993" cy="324000"/>
            </a:xfrm>
            <a:prstGeom prst="rect">
              <a:avLst/>
            </a:prstGeom>
          </p:spPr>
        </p:pic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EB1F9006-A094-9EB9-8E26-6EE0575323F7}"/>
              </a:ext>
            </a:extLst>
          </p:cNvPr>
          <p:cNvGrpSpPr/>
          <p:nvPr/>
        </p:nvGrpSpPr>
        <p:grpSpPr>
          <a:xfrm>
            <a:off x="1072869" y="2179428"/>
            <a:ext cx="3032966" cy="330607"/>
            <a:chOff x="1263824" y="3422393"/>
            <a:chExt cx="2732833" cy="33060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C262415-A7FB-ED65-F9F3-FCD7E6BE6FB9}"/>
                </a:ext>
              </a:extLst>
            </p:cNvPr>
            <p:cNvSpPr txBox="1"/>
            <p:nvPr/>
          </p:nvSpPr>
          <p:spPr>
            <a:xfrm>
              <a:off x="1746090" y="3422393"/>
              <a:ext cx="2250567" cy="2000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spcAft>
                  <a:spcPts val="400"/>
                </a:spcAft>
                <a:defRPr/>
              </a:pPr>
              <a:r>
                <a:rPr lang="en-US" sz="13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{4_text_3}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pic>
          <p:nvPicPr>
            <p:cNvPr id="23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81E14DE8-0104-2150-F6B6-7CBF0774F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824" y="3429000"/>
              <a:ext cx="308993" cy="324000"/>
            </a:xfrm>
            <a:prstGeom prst="rect">
              <a:avLst/>
            </a:prstGeom>
          </p:spPr>
        </p:pic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45B812E2-3FC2-4A31-6124-E851B9802706}"/>
              </a:ext>
            </a:extLst>
          </p:cNvPr>
          <p:cNvGrpSpPr/>
          <p:nvPr/>
        </p:nvGrpSpPr>
        <p:grpSpPr>
          <a:xfrm>
            <a:off x="5037002" y="1483204"/>
            <a:ext cx="4017351" cy="330607"/>
            <a:chOff x="1263824" y="3422393"/>
            <a:chExt cx="3619807" cy="33060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7A96B0A-FB98-9407-0FD4-13296E220A2C}"/>
                </a:ext>
              </a:extLst>
            </p:cNvPr>
            <p:cNvSpPr txBox="1"/>
            <p:nvPr/>
          </p:nvSpPr>
          <p:spPr>
            <a:xfrm>
              <a:off x="1746089" y="3422393"/>
              <a:ext cx="3137542" cy="2000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spcAft>
                  <a:spcPts val="400"/>
                </a:spcAft>
                <a:defRPr/>
              </a:pPr>
              <a:r>
                <a:rPr lang="en-US" sz="13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{4_text_2}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pic>
          <p:nvPicPr>
            <p:cNvPr id="28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3061E624-E319-23FB-49B8-528D1461B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824" y="3429000"/>
              <a:ext cx="308993" cy="324000"/>
            </a:xfrm>
            <a:prstGeom prst="rect">
              <a:avLst/>
            </a:prstGeom>
          </p:spPr>
        </p:pic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0D5B84C6-2384-4BE6-40F1-2DA2C60EEBD9}"/>
              </a:ext>
            </a:extLst>
          </p:cNvPr>
          <p:cNvGrpSpPr/>
          <p:nvPr/>
        </p:nvGrpSpPr>
        <p:grpSpPr>
          <a:xfrm>
            <a:off x="5037002" y="2179428"/>
            <a:ext cx="4508779" cy="330607"/>
            <a:chOff x="1263824" y="3422393"/>
            <a:chExt cx="4062605" cy="330607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0CD6230-D32F-BF4D-83A0-532A6ECEAB24}"/>
                </a:ext>
              </a:extLst>
            </p:cNvPr>
            <p:cNvSpPr txBox="1"/>
            <p:nvPr/>
          </p:nvSpPr>
          <p:spPr>
            <a:xfrm>
              <a:off x="1746088" y="3422393"/>
              <a:ext cx="3580341" cy="20005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>
                <a:spcAft>
                  <a:spcPts val="400"/>
                </a:spcAft>
                <a:defRPr/>
              </a:pPr>
              <a:r>
                <a:rPr lang="en-US" sz="1300" dirty="0">
                  <a:solidFill>
                    <a:srgbClr val="00206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{4_text_4}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pic>
          <p:nvPicPr>
            <p:cNvPr id="31" name="Рисунок 24" descr="Изображение выглядит как Графика, символ, логотип, дизайн&#10;&#10;Автоматически созданное описание">
              <a:extLst>
                <a:ext uri="{FF2B5EF4-FFF2-40B4-BE49-F238E27FC236}">
                  <a16:creationId xmlns:a16="http://schemas.microsoft.com/office/drawing/2014/main" id="{7727D5EF-F17B-3D1F-2E3E-2248F8BF70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824" y="3429000"/>
              <a:ext cx="308993" cy="324000"/>
            </a:xfrm>
            <a:prstGeom prst="rect">
              <a:avLst/>
            </a:prstGeom>
          </p:spPr>
        </p:pic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BEC5F7ED-71A5-3D4E-E4DD-8F9C37CC9AB7}"/>
              </a:ext>
            </a:extLst>
          </p:cNvPr>
          <p:cNvSpPr txBox="1"/>
          <p:nvPr/>
        </p:nvSpPr>
        <p:spPr>
          <a:xfrm>
            <a:off x="1133923" y="2951762"/>
            <a:ext cx="8156103" cy="321711"/>
          </a:xfrm>
          <a:prstGeom prst="rect">
            <a:avLst/>
          </a:prstGeom>
          <a:solidFill>
            <a:srgbClr val="CCECFF">
              <a:alpha val="50000"/>
            </a:srgbClr>
          </a:solidFill>
        </p:spPr>
        <p:txBody>
          <a:bodyPr wrap="square" lIns="72000" tIns="36000" rIns="36000" bIns="540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Xərclər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smetası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və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onun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icrası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ilə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bağlı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detallı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məlumatlar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cədvəli</a:t>
            </a:r>
            <a:endParaRPr kumimoji="0" lang="az-Latn-AZ" sz="15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Segoe UI" panose="020B0502040204020203" pitchFamily="34" charset="0"/>
              <a:ea typeface="Tahoma" panose="020B0604030504040204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33" name="Таблица 32">
            <a:extLst>
              <a:ext uri="{FF2B5EF4-FFF2-40B4-BE49-F238E27FC236}">
                <a16:creationId xmlns:a16="http://schemas.microsoft.com/office/drawing/2014/main" id="{D5CD0CA9-FCBF-1F5B-EDC4-AE955B56D2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78298"/>
              </p:ext>
            </p:extLst>
          </p:nvPr>
        </p:nvGraphicFramePr>
        <p:xfrm>
          <a:off x="1133924" y="3274401"/>
          <a:ext cx="9048187" cy="18822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52205">
                  <a:extLst>
                    <a:ext uri="{9D8B030D-6E8A-4147-A177-3AD203B41FA5}">
                      <a16:colId xmlns:a16="http://schemas.microsoft.com/office/drawing/2014/main" val="4270324409"/>
                    </a:ext>
                  </a:extLst>
                </a:gridCol>
                <a:gridCol w="1860992">
                  <a:extLst>
                    <a:ext uri="{9D8B030D-6E8A-4147-A177-3AD203B41FA5}">
                      <a16:colId xmlns:a16="http://schemas.microsoft.com/office/drawing/2014/main" val="4266853713"/>
                    </a:ext>
                  </a:extLst>
                </a:gridCol>
                <a:gridCol w="975102">
                  <a:extLst>
                    <a:ext uri="{9D8B030D-6E8A-4147-A177-3AD203B41FA5}">
                      <a16:colId xmlns:a16="http://schemas.microsoft.com/office/drawing/2014/main" val="291449928"/>
                    </a:ext>
                  </a:extLst>
                </a:gridCol>
                <a:gridCol w="1767373">
                  <a:extLst>
                    <a:ext uri="{9D8B030D-6E8A-4147-A177-3AD203B41FA5}">
                      <a16:colId xmlns:a16="http://schemas.microsoft.com/office/drawing/2014/main" val="2593098355"/>
                    </a:ext>
                  </a:extLst>
                </a:gridCol>
                <a:gridCol w="992515">
                  <a:extLst>
                    <a:ext uri="{9D8B030D-6E8A-4147-A177-3AD203B41FA5}">
                      <a16:colId xmlns:a16="http://schemas.microsoft.com/office/drawing/2014/main" val="2033209725"/>
                    </a:ext>
                  </a:extLst>
                </a:gridCol>
              </a:tblGrid>
              <a:tr h="355029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400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Kateqoriya 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400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Smeta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z-Latn-AZ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400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Faktiki icra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az-Latn-A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763577"/>
                  </a:ext>
                </a:extLst>
              </a:tr>
              <a:tr h="292100">
                <a:tc vMerge="1">
                  <a:txBody>
                    <a:bodyPr/>
                    <a:lstStyle/>
                    <a:p>
                      <a:endParaRPr lang="az-Latn-A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400" b="1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Məbləğ 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400" b="1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400" b="1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Məbləğ 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400" b="1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0647658"/>
                  </a:ext>
                </a:extLst>
              </a:tr>
              <a:tr h="24701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{4_cat1}</a:t>
                      </a:r>
                      <a:endParaRPr lang="az-Latn-AZ" sz="135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{4_smeta1}</a:t>
                      </a:r>
                      <a:endParaRPr lang="az-Latn-AZ" sz="135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{4_s_p1}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{4_fact1}</a:t>
                      </a:r>
                      <a:endParaRPr lang="az-Latn-AZ" sz="135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{4_f_p1}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212091"/>
                  </a:ext>
                </a:extLst>
              </a:tr>
              <a:tr h="24701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{4_cat2}</a:t>
                      </a:r>
                      <a:endParaRPr lang="az-Latn-AZ" sz="135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{4_smeta2}</a:t>
                      </a:r>
                      <a:endParaRPr lang="az-Latn-AZ" sz="135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{4_s_p</a:t>
                      </a: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r>
                        <a:rPr lang="az-Latn-AZ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}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{4_fact2}</a:t>
                      </a:r>
                      <a:endParaRPr lang="az-Latn-AZ" sz="135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{4_f_p</a:t>
                      </a: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r>
                        <a:rPr lang="az-Latn-AZ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}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913012"/>
                  </a:ext>
                </a:extLst>
              </a:tr>
              <a:tr h="24701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{4_cat3}</a:t>
                      </a:r>
                      <a:endParaRPr lang="az-Latn-AZ" sz="135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{4_smeta3}</a:t>
                      </a:r>
                      <a:endParaRPr lang="az-Latn-AZ" sz="135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{4_s_p</a:t>
                      </a: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r>
                        <a:rPr lang="az-Latn-AZ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}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{4_fact3}</a:t>
                      </a:r>
                      <a:endParaRPr lang="az-Latn-AZ" sz="135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{4_f_p</a:t>
                      </a: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r>
                        <a:rPr lang="az-Latn-AZ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}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6830541"/>
                  </a:ext>
                </a:extLst>
              </a:tr>
              <a:tr h="24701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{4_cat4}</a:t>
                      </a:r>
                      <a:endParaRPr lang="az-Latn-AZ" sz="1200" b="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{4_smeta4}</a:t>
                      </a:r>
                      <a:endParaRPr lang="az-Latn-AZ" sz="135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{4_s_p</a:t>
                      </a: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r>
                        <a:rPr lang="az-Latn-AZ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}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{4_fact4}</a:t>
                      </a:r>
                      <a:endParaRPr lang="az-Latn-AZ" sz="135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{4_f_p</a:t>
                      </a:r>
                      <a:r>
                        <a:rPr lang="en-US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r>
                        <a:rPr lang="az-Latn-AZ" sz="135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}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737342"/>
                  </a:ext>
                </a:extLst>
              </a:tr>
              <a:tr h="24701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350" b="1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Yekun: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350" b="1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{4_s_t}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350" b="1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{4_s_t</a:t>
                      </a:r>
                      <a:r>
                        <a:rPr lang="en-US" sz="1350" b="1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</a:t>
                      </a:r>
                      <a:r>
                        <a:rPr lang="az-Latn-AZ" sz="1350" b="1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}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350" b="1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</a:t>
                      </a:r>
                      <a:r>
                        <a:rPr lang="en-US" sz="1350" b="1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</a:t>
                      </a:r>
                      <a:r>
                        <a:rPr lang="az-Latn-AZ" sz="1350" b="1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_t}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az-Latn-AZ" sz="1350" b="1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{4_f</a:t>
                      </a:r>
                      <a:r>
                        <a:rPr lang="en-US" sz="1350" b="1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_</a:t>
                      </a:r>
                      <a:r>
                        <a:rPr lang="en-US" sz="1350" b="1" dirty="0" err="1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tp</a:t>
                      </a:r>
                      <a:r>
                        <a:rPr lang="az-Latn-AZ" sz="1350" b="1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}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276204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A54DEBE4-79C6-13B5-C931-B538C6DA3CB5}"/>
              </a:ext>
            </a:extLst>
          </p:cNvPr>
          <p:cNvSpPr txBox="1"/>
          <p:nvPr/>
        </p:nvSpPr>
        <p:spPr>
          <a:xfrm>
            <a:off x="1133923" y="5665028"/>
            <a:ext cx="5746858" cy="281231"/>
          </a:xfrm>
          <a:prstGeom prst="rect">
            <a:avLst/>
          </a:prstGeom>
          <a:solidFill>
            <a:srgbClr val="FBFDFF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az-Latn-AZ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* </a:t>
            </a:r>
            <a:r>
              <a:rPr kumimoji="0" lang="az-Latn-AZ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Qeyd:</a:t>
            </a:r>
            <a:endParaRPr kumimoji="0" lang="az-Latn-AZ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EABD6D6F-165C-23AD-8721-2D4A4CC317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000" y="0"/>
            <a:ext cx="5400000" cy="57197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79701C-2FC3-D7DF-E827-DDAB1181631A}"/>
              </a:ext>
            </a:extLst>
          </p:cNvPr>
          <p:cNvSpPr txBox="1"/>
          <p:nvPr/>
        </p:nvSpPr>
        <p:spPr>
          <a:xfrm>
            <a:off x="1171324" y="530284"/>
            <a:ext cx="780014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{4_title}</a:t>
            </a:r>
            <a:endParaRPr kumimoji="0" lang="az-Latn-AZ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40619D-3101-E621-0A93-B4EF3117F7BD}"/>
              </a:ext>
            </a:extLst>
          </p:cNvPr>
          <p:cNvSpPr txBox="1"/>
          <p:nvPr/>
        </p:nvSpPr>
        <p:spPr>
          <a:xfrm>
            <a:off x="1171324" y="899616"/>
            <a:ext cx="764683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{4_subtitle}</a:t>
            </a:r>
            <a:endParaRPr kumimoji="0" lang="az-Latn-AZ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E2AFCA-F1D9-8157-1092-670B898B8A9C}"/>
              </a:ext>
            </a:extLst>
          </p:cNvPr>
          <p:cNvSpPr txBox="1"/>
          <p:nvPr/>
        </p:nvSpPr>
        <p:spPr>
          <a:xfrm>
            <a:off x="1709017" y="5665028"/>
            <a:ext cx="8473093" cy="281231"/>
          </a:xfrm>
          <a:prstGeom prst="rect">
            <a:avLst/>
          </a:prstGeom>
          <a:solidFill>
            <a:srgbClr val="FBFDFF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Calibri"/>
                <a:ea typeface="Tahoma" panose="020B0604030504040204" pitchFamily="34" charset="0"/>
                <a:cs typeface="Tahoma" panose="020B0604030504040204" pitchFamily="34" charset="0"/>
              </a:rPr>
              <a:t>{4_qeyd}</a:t>
            </a:r>
            <a:endParaRPr kumimoji="0" lang="az-Latn-AZ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330679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CB236B87CB154D843F9C13C41BE49A" ma:contentTypeVersion="3" ma:contentTypeDescription="Create a new document." ma:contentTypeScope="" ma:versionID="278d9cd0118e38daaa77cec6fb6da1b1">
  <xsd:schema xmlns:xsd="http://www.w3.org/2001/XMLSchema" xmlns:xs="http://www.w3.org/2001/XMLSchema" xmlns:p="http://schemas.microsoft.com/office/2006/metadata/properties" xmlns:ns3="07b7cacb-e9b5-4dc4-9e56-b93c11992da9" targetNamespace="http://schemas.microsoft.com/office/2006/metadata/properties" ma:root="true" ma:fieldsID="2033c1e3f171fb1409778f4b00eb0d11" ns3:_="">
    <xsd:import namespace="07b7cacb-e9b5-4dc4-9e56-b93c11992da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b7cacb-e9b5-4dc4-9e56-b93c11992d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360C46A-A2AA-4841-A0D1-57CD6850C1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b7cacb-e9b5-4dc4-9e56-b93c11992d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647C188-1132-42ED-AA25-6F24353AB272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07b7cacb-e9b5-4dc4-9e56-b93c11992da9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18B3BA4-21DB-45DA-860F-51498A37F00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13898</TotalTime>
  <Words>217</Words>
  <Application>Microsoft Office PowerPoint</Application>
  <PresentationFormat>Widescreen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Tahoma</vt:lpstr>
      <vt:lpstr>3_Office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Alexsandra Agapova</cp:lastModifiedBy>
  <cp:revision>1144</cp:revision>
  <cp:lastPrinted>2025-03-12T07:23:13Z</cp:lastPrinted>
  <dcterms:modified xsi:type="dcterms:W3CDTF">2026-05-15T06:30:14Z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0x010100F2CB236B87CB154D843F9C13C41BE49A</vt:lpwstr>
  </property>
</Properties>
</file>