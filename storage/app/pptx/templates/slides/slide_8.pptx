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92" r:id="rId4"/>
  </p:sldMasterIdLst>
  <p:notesMasterIdLst>
    <p:notesMasterId r:id="rId6"/>
  </p:notesMasterIdLst>
  <p:sldIdLst>
    <p:sldId id="1417" r:id="rId5"/>
  </p:sldIdLst>
  <p:sldSz cx="12192000" cy="6858000"/>
  <p:notesSz cx="6888163" cy="10018713"/>
  <p:defaultTextStyle>
    <a:defPPr>
      <a:defRPr lang="az-Latn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F844C4-DB05-97AE-B551-E1A2577842B1}" name="Nigar Suleymanova" initials="NS" userId="S::nsuleymanova2016@ada.edu.az::873623fc-fc27-49c7-9fec-92e9f765a2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1C72AD"/>
    <a:srgbClr val="2F5597"/>
    <a:srgbClr val="D80F79"/>
    <a:srgbClr val="CCECFF"/>
    <a:srgbClr val="104D7F"/>
    <a:srgbClr val="73AAE0"/>
    <a:srgbClr val="FBFDFF"/>
    <a:srgbClr val="002060"/>
    <a:srgbClr val="6F7A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84871" cy="502675"/>
          </a:xfrm>
          <a:prstGeom prst="rect">
            <a:avLst/>
          </a:prstGeom>
        </p:spPr>
        <p:txBody>
          <a:bodyPr vert="horz" lIns="93101" tIns="46551" rIns="93101" bIns="4655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9" y="2"/>
            <a:ext cx="2984871" cy="502675"/>
          </a:xfrm>
          <a:prstGeom prst="rect">
            <a:avLst/>
          </a:prstGeom>
        </p:spPr>
        <p:txBody>
          <a:bodyPr vert="horz" lIns="93101" tIns="46551" rIns="93101" bIns="46551" rtlCol="0"/>
          <a:lstStyle>
            <a:lvl1pPr algn="r">
              <a:defRPr sz="1200"/>
            </a:lvl1pPr>
          </a:lstStyle>
          <a:p>
            <a:fld id="{D3ADC96D-4607-49E4-B3C4-BD2739DD8978}" type="datetimeFigureOut">
              <a:rPr lang="en-US" smtClean="0"/>
              <a:t>5/18/2026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01" tIns="46551" rIns="93101" bIns="4655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1507"/>
            <a:ext cx="5510530" cy="3944869"/>
          </a:xfrm>
          <a:prstGeom prst="rect">
            <a:avLst/>
          </a:prstGeom>
        </p:spPr>
        <p:txBody>
          <a:bodyPr vert="horz" lIns="93101" tIns="46551" rIns="93101" bIns="465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6040"/>
            <a:ext cx="2984871" cy="502674"/>
          </a:xfrm>
          <a:prstGeom prst="rect">
            <a:avLst/>
          </a:prstGeom>
        </p:spPr>
        <p:txBody>
          <a:bodyPr vert="horz" lIns="93101" tIns="46551" rIns="93101" bIns="4655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9" y="9516040"/>
            <a:ext cx="2984871" cy="502674"/>
          </a:xfrm>
          <a:prstGeom prst="rect">
            <a:avLst/>
          </a:prstGeom>
        </p:spPr>
        <p:txBody>
          <a:bodyPr vert="horz" lIns="93101" tIns="46551" rIns="93101" bIns="46551" rtlCol="0" anchor="b"/>
          <a:lstStyle>
            <a:lvl1pPr algn="r">
              <a:defRPr sz="1200"/>
            </a:lvl1pPr>
          </a:lstStyle>
          <a:p>
            <a:fld id="{66871B48-58BE-422B-804F-E151A69DE1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4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AC08-10C9-4974-8DA4-E1DE37872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340E9-81ED-4951-AC03-08C1B141E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F6568-ECF6-4C14-A022-3AA4DC92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6F9A1-BD4F-4E0A-8B3B-530DFD44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A16F0-3BF3-4019-8244-75A20AB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6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D8D0-1CD2-422D-AA55-B07E32D7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A08E0-DD07-420A-A167-3A77AAB7D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FF7F-E4A0-4C36-B3A9-C798284E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94A7E-69F9-4E0A-8444-C0F76B3C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1FC32-75C3-41BF-8B3A-8266D109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06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BDDE4-9D17-43F1-8742-E3B60E23C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B499D-49B8-4329-9727-5943C663F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4F238-1FAA-4FA0-AB1E-84969EFB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90C9E-6D8C-4F71-A77E-373618DF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09BCF-1311-43BE-B931-0190848D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6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FC1E-A168-4FD6-B344-65128B61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71501-EC08-4511-8B67-FAF9983A9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C7E6F-03D8-49DC-937E-980759B56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C69A8-26AD-419B-A3CB-BAA0CD52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F8E59-681F-4D20-B2A8-76B8E059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F936B-64AA-4898-9C34-C594BADB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7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B45E-FFAC-4D1F-BF18-0FD68EAA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AB9DF-2D35-45C1-9F4A-82F0B65CD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7515A-F501-4262-8F7F-73AB3AB7B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6AD10-95E7-4399-8BB3-701D30C86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DE236-36D3-4489-8956-9D1658008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D3343-93E1-4435-8603-76851EA7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2205D-E24F-45A7-B100-E19EA034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FB6ED-4B51-41BA-834C-452D70D5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0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42CA-3CC8-479F-968E-101A67D4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75E9F-213D-4051-BC20-DFC034C59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36532-5BDE-42D9-A51C-EB445398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4EDA7-9BC3-42AA-AADD-56014381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6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175E-808E-43B1-86B9-EA765506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29FDD-BEAE-49C9-9B2B-D46D81D5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A4E9B-41B1-4888-AC5B-AE837623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0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9656-6AFA-48E8-B6ED-0EA1EAFA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DC803-4E19-4AAD-9F4D-B625D6D10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6DAF8-7892-480D-A4C0-1A873CA51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513D-B6F6-445A-B25D-BA5FCE43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A1658-216F-4C6D-98EB-E9E3AEDC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4F92D-57D6-4E74-8F01-3F5A294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5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F91A-0CB8-4188-8337-E5CA8135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C1A532-9008-4545-9521-83FA84EA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E44B2-5CAB-411E-95A0-0CAE87AE5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2CDDE-D619-4873-BE43-A01DCBDEE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C8F1E-5322-4239-8D3D-D8683203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519E1-3F14-419A-932B-4EB6B521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3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DF5B-5BDC-48CF-A29A-E60B2E6C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A91C6-275B-4E89-819A-029610783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C001F-33AA-43E5-BCA5-1EDBF29C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0102-3038-405F-B04D-D0FC6C42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46B65-B51E-4BA4-AC37-4AA3C7F3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2B639-962F-442B-A386-EEA8E3E15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CA2191-BC2F-4A47-9D49-D3859BC3F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AD6B3-6909-433E-B6AB-766C83E5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0EDBA-AC35-41E3-845E-A1D8F0BD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6F30E-B7D7-49E0-87E8-B23A89D5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6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74C59-9AE4-41DF-BC10-909A3B43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497DA-614A-43C4-A98C-C804CC6B8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2B922-DA49-4292-8EA7-8DDBE09FA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B952-14C0-4E63-854A-E77AEE5A6376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EA9A4-8759-4147-84F9-F723BA092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086AA-6C52-4A65-9807-A6D0B823F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0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73A33-CBC7-32E1-B06C-B69035E1E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01">
            <a:extLst>
              <a:ext uri="{FF2B5EF4-FFF2-40B4-BE49-F238E27FC236}">
                <a16:creationId xmlns:a16="http://schemas.microsoft.com/office/drawing/2014/main" id="{14DB7359-1512-B632-C04B-738A5B24A038}"/>
              </a:ext>
            </a:extLst>
          </p:cNvPr>
          <p:cNvSpPr txBox="1"/>
          <p:nvPr/>
        </p:nvSpPr>
        <p:spPr>
          <a:xfrm>
            <a:off x="5242580" y="1120183"/>
            <a:ext cx="4841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rgbClr val="00339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{8_meqfaiz}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CB94979-DA2B-677C-7547-8FD2F6B55C12}"/>
              </a:ext>
            </a:extLst>
          </p:cNvPr>
          <p:cNvSpPr txBox="1"/>
          <p:nvPr/>
        </p:nvSpPr>
        <p:spPr>
          <a:xfrm>
            <a:off x="1761750" y="3201936"/>
            <a:ext cx="22343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Onlardan:</a:t>
            </a:r>
          </a:p>
        </p:txBody>
      </p:sp>
      <p:grpSp>
        <p:nvGrpSpPr>
          <p:cNvPr id="106" name="Группа 34">
            <a:extLst>
              <a:ext uri="{FF2B5EF4-FFF2-40B4-BE49-F238E27FC236}">
                <a16:creationId xmlns:a16="http://schemas.microsoft.com/office/drawing/2014/main" id="{6B7E723F-896D-1478-D42F-413EFF22067B}"/>
              </a:ext>
            </a:extLst>
          </p:cNvPr>
          <p:cNvGrpSpPr/>
          <p:nvPr/>
        </p:nvGrpSpPr>
        <p:grpSpPr>
          <a:xfrm>
            <a:off x="999958" y="5023905"/>
            <a:ext cx="3375443" cy="432000"/>
            <a:chOff x="6847095" y="5724113"/>
            <a:chExt cx="3375443" cy="432000"/>
          </a:xfrm>
        </p:grpSpPr>
        <p:pic>
          <p:nvPicPr>
            <p:cNvPr id="107" name="Рисунок 29" descr="Изображение выглядит как круг, Графика, символ, логотип&#10;&#10;Автоматически созданное описание">
              <a:extLst>
                <a:ext uri="{FF2B5EF4-FFF2-40B4-BE49-F238E27FC236}">
                  <a16:creationId xmlns:a16="http://schemas.microsoft.com/office/drawing/2014/main" id="{85CEBC53-40BA-4B81-17F8-728E32AFD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7095" y="5724113"/>
              <a:ext cx="432000" cy="432000"/>
            </a:xfrm>
            <a:prstGeom prst="rect">
              <a:avLst/>
            </a:prstGeom>
          </p:spPr>
        </p:pic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642F3C2-8AA7-9544-2BC9-E81E8AC871CB}"/>
                </a:ext>
              </a:extLst>
            </p:cNvPr>
            <p:cNvSpPr txBox="1"/>
            <p:nvPr/>
          </p:nvSpPr>
          <p:spPr>
            <a:xfrm>
              <a:off x="7602697" y="5832391"/>
              <a:ext cx="261984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defRPr/>
              </a:pPr>
              <a:r>
                <a:rPr lang="en-US" sz="140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{8_icx}</a:t>
              </a:r>
              <a:endPara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09" name="Группа 35">
            <a:extLst>
              <a:ext uri="{FF2B5EF4-FFF2-40B4-BE49-F238E27FC236}">
                <a16:creationId xmlns:a16="http://schemas.microsoft.com/office/drawing/2014/main" id="{3D72506E-11D0-9FA5-A9F3-433CA290B1C9}"/>
              </a:ext>
            </a:extLst>
          </p:cNvPr>
          <p:cNvGrpSpPr/>
          <p:nvPr/>
        </p:nvGrpSpPr>
        <p:grpSpPr>
          <a:xfrm>
            <a:off x="999851" y="1889659"/>
            <a:ext cx="3497055" cy="2715745"/>
            <a:chOff x="6847095" y="1751986"/>
            <a:chExt cx="3497055" cy="2715745"/>
          </a:xfrm>
        </p:grpSpPr>
        <p:pic>
          <p:nvPicPr>
            <p:cNvPr id="110" name="Рисунок 29" descr="Изображение выглядит как круг, Графика, символ, логотип&#10;&#10;Автоматически созданное описание">
              <a:extLst>
                <a:ext uri="{FF2B5EF4-FFF2-40B4-BE49-F238E27FC236}">
                  <a16:creationId xmlns:a16="http://schemas.microsoft.com/office/drawing/2014/main" id="{86E5097A-18A2-C814-64F3-66DC867C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7095" y="1751986"/>
              <a:ext cx="432000" cy="432000"/>
            </a:xfrm>
            <a:prstGeom prst="rect">
              <a:avLst/>
            </a:prstGeom>
          </p:spPr>
        </p:pic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7D50C7B-7241-CA8F-10D0-F10F23CE5F21}"/>
                </a:ext>
              </a:extLst>
            </p:cNvPr>
            <p:cNvSpPr txBox="1"/>
            <p:nvPr/>
          </p:nvSpPr>
          <p:spPr>
            <a:xfrm>
              <a:off x="7608888" y="1751986"/>
              <a:ext cx="2735262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Hesabat </a:t>
              </a:r>
              <a:r>
                <a:rPr kumimoji="0" lang="az-Latn-AZ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dövründə </a:t>
              </a:r>
              <a:br>
                <a:rPr kumimoji="0" lang="az-Latn-AZ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kumimoji="0" lang="az-Latn-AZ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icrası </a:t>
              </a: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nəzərdə tutulan ümumilikdə 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34B1834-6D7E-5C42-3EAB-2D420C5FC985}"/>
                </a:ext>
              </a:extLst>
            </p:cNvPr>
            <p:cNvSpPr txBox="1"/>
            <p:nvPr/>
          </p:nvSpPr>
          <p:spPr>
            <a:xfrm>
              <a:off x="7608888" y="2610102"/>
              <a:ext cx="1778952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müəyyən edilmişdir ki,</a:t>
              </a:r>
            </a:p>
          </p:txBody>
        </p:sp>
        <p:grpSp>
          <p:nvGrpSpPr>
            <p:cNvPr id="113" name="Группа 23">
              <a:extLst>
                <a:ext uri="{FF2B5EF4-FFF2-40B4-BE49-F238E27FC236}">
                  <a16:creationId xmlns:a16="http://schemas.microsoft.com/office/drawing/2014/main" id="{323B4D96-D064-C594-F550-D9B6664F2FF0}"/>
                </a:ext>
              </a:extLst>
            </p:cNvPr>
            <p:cNvGrpSpPr/>
            <p:nvPr/>
          </p:nvGrpSpPr>
          <p:grpSpPr>
            <a:xfrm>
              <a:off x="7589688" y="2159407"/>
              <a:ext cx="1359759" cy="2308324"/>
              <a:chOff x="7589688" y="2159407"/>
              <a:chExt cx="1359759" cy="2308324"/>
            </a:xfrm>
          </p:grpSpPr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DDA72F15-07BC-691C-5712-672653FE942C}"/>
                  </a:ext>
                </a:extLst>
              </p:cNvPr>
              <p:cNvSpPr txBox="1"/>
              <p:nvPr/>
            </p:nvSpPr>
            <p:spPr>
              <a:xfrm>
                <a:off x="8160374" y="2309810"/>
                <a:ext cx="789073" cy="215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z-Latn-AZ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TƏDBİR</a:t>
                </a:r>
                <a:endPara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C032F675-6D81-B5E9-A3E4-A3B013A89908}"/>
                  </a:ext>
                </a:extLst>
              </p:cNvPr>
              <p:cNvSpPr txBox="1"/>
              <p:nvPr/>
            </p:nvSpPr>
            <p:spPr>
              <a:xfrm>
                <a:off x="7589688" y="2159407"/>
                <a:ext cx="500903" cy="23083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 algn="ctr">
                  <a:defRPr/>
                </a:pPr>
                <a:r>
                  <a:rPr lang="en-US" sz="3000" b="1" dirty="0">
                    <a:solidFill>
                      <a:srgbClr val="0070C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{8_tedbir}</a:t>
                </a:r>
                <a:endParaRPr kumimoji="0" lang="az-Latn-AZ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116" name="Группа 27">
            <a:extLst>
              <a:ext uri="{FF2B5EF4-FFF2-40B4-BE49-F238E27FC236}">
                <a16:creationId xmlns:a16="http://schemas.microsoft.com/office/drawing/2014/main" id="{364E7EC1-F532-BC84-C21C-24FE21BAA4A5}"/>
              </a:ext>
            </a:extLst>
          </p:cNvPr>
          <p:cNvGrpSpPr/>
          <p:nvPr/>
        </p:nvGrpSpPr>
        <p:grpSpPr>
          <a:xfrm>
            <a:off x="1723355" y="3556321"/>
            <a:ext cx="3540541" cy="923330"/>
            <a:chOff x="7589688" y="3523012"/>
            <a:chExt cx="3540541" cy="923330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619270C-1BDA-81D3-BD03-420EF3001AD6}"/>
                </a:ext>
              </a:extLst>
            </p:cNvPr>
            <p:cNvSpPr txBox="1"/>
            <p:nvPr/>
          </p:nvSpPr>
          <p:spPr>
            <a:xfrm>
              <a:off x="8895870" y="3544399"/>
              <a:ext cx="2234359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</a:t>
              </a:r>
              <a:r>
                <a:rPr lang="en-US" sz="1400" b="1" dirty="0">
                  <a:solidFill>
                    <a:srgbClr val="0070C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</a:t>
              </a: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tədbir üzrə) </a:t>
              </a:r>
              <a:b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kumimoji="0" lang="az-Latn-AZ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tam icra </a:t>
              </a: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edilmişdir</a:t>
              </a:r>
            </a:p>
          </p:txBody>
        </p:sp>
        <p:grpSp>
          <p:nvGrpSpPr>
            <p:cNvPr id="118" name="Группа 24">
              <a:extLst>
                <a:ext uri="{FF2B5EF4-FFF2-40B4-BE49-F238E27FC236}">
                  <a16:creationId xmlns:a16="http://schemas.microsoft.com/office/drawing/2014/main" id="{AD0BC634-1641-935C-8F60-081A8648D5E1}"/>
                </a:ext>
              </a:extLst>
            </p:cNvPr>
            <p:cNvGrpSpPr/>
            <p:nvPr/>
          </p:nvGrpSpPr>
          <p:grpSpPr>
            <a:xfrm>
              <a:off x="7589688" y="3523012"/>
              <a:ext cx="1709384" cy="923330"/>
              <a:chOff x="7589688" y="2186302"/>
              <a:chExt cx="1709384" cy="923330"/>
            </a:xfrm>
          </p:grpSpPr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CE273B98-8320-C0C6-2624-2FB67A35C0C4}"/>
                  </a:ext>
                </a:extLst>
              </p:cNvPr>
              <p:cNvSpPr txBox="1"/>
              <p:nvPr/>
            </p:nvSpPr>
            <p:spPr>
              <a:xfrm>
                <a:off x="8509999" y="2336705"/>
                <a:ext cx="78907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z-Latn-AZ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Tahoma" panose="020B0604030504040204" pitchFamily="34" charset="0"/>
                    <a:cs typeface="Tahoma" panose="020B0604030504040204" pitchFamily="34" charset="0"/>
                  </a:rPr>
                  <a:t>%</a:t>
                </a:r>
                <a:r>
                  <a:rPr kumimoji="0" lang="az-Latn-AZ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Tahoma" panose="020B0604030504040204" pitchFamily="34" charset="0"/>
                    <a:cs typeface="Tahoma" panose="020B0604030504040204" pitchFamily="34" charset="0"/>
                  </a:rPr>
                  <a:t>-i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5AF40FD2-19C8-DE27-BB79-D8FFED673698}"/>
                  </a:ext>
                </a:extLst>
              </p:cNvPr>
              <p:cNvSpPr txBox="1"/>
              <p:nvPr/>
            </p:nvSpPr>
            <p:spPr>
              <a:xfrm>
                <a:off x="7589688" y="2186302"/>
                <a:ext cx="855065" cy="923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defRPr/>
                </a:pPr>
                <a:r>
                  <a:rPr lang="en-US" sz="3000" b="1" dirty="0">
                    <a:solidFill>
                      <a:srgbClr val="00B05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{8_tf}</a:t>
                </a:r>
                <a:endParaRPr kumimoji="0" lang="az-Latn-AZ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</p:grpSp>
      <p:grpSp>
        <p:nvGrpSpPr>
          <p:cNvPr id="121" name="Группа 28">
            <a:extLst>
              <a:ext uri="{FF2B5EF4-FFF2-40B4-BE49-F238E27FC236}">
                <a16:creationId xmlns:a16="http://schemas.microsoft.com/office/drawing/2014/main" id="{AAACF5F3-553E-264D-FD81-4625258FCB52}"/>
              </a:ext>
            </a:extLst>
          </p:cNvPr>
          <p:cNvGrpSpPr/>
          <p:nvPr/>
        </p:nvGrpSpPr>
        <p:grpSpPr>
          <a:xfrm>
            <a:off x="1755560" y="4152422"/>
            <a:ext cx="3521343" cy="1384995"/>
            <a:chOff x="7589689" y="3523012"/>
            <a:chExt cx="3521343" cy="1384992"/>
          </a:xfrm>
        </p:grpSpPr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CE7205FD-AC3C-7FD8-F53A-4A02E11EE48E}"/>
                </a:ext>
              </a:extLst>
            </p:cNvPr>
            <p:cNvSpPr txBox="1"/>
            <p:nvPr/>
          </p:nvSpPr>
          <p:spPr>
            <a:xfrm>
              <a:off x="8876673" y="3525923"/>
              <a:ext cx="2234359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</a:t>
              </a:r>
              <a:r>
                <a:rPr lang="en-US" sz="1400" b="1" dirty="0">
                  <a:solidFill>
                    <a:srgbClr val="0070C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</a:t>
              </a: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tədbir üzrə) </a:t>
              </a:r>
              <a:b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kumimoji="0" lang="az-Latn-AZ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qismən icra</a:t>
              </a: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edilmişdir</a:t>
              </a:r>
            </a:p>
          </p:txBody>
        </p:sp>
        <p:grpSp>
          <p:nvGrpSpPr>
            <p:cNvPr id="123" name="Группа 31">
              <a:extLst>
                <a:ext uri="{FF2B5EF4-FFF2-40B4-BE49-F238E27FC236}">
                  <a16:creationId xmlns:a16="http://schemas.microsoft.com/office/drawing/2014/main" id="{66776AA9-9173-052D-72DC-895305914D5F}"/>
                </a:ext>
              </a:extLst>
            </p:cNvPr>
            <p:cNvGrpSpPr/>
            <p:nvPr/>
          </p:nvGrpSpPr>
          <p:grpSpPr>
            <a:xfrm>
              <a:off x="7589689" y="3523012"/>
              <a:ext cx="1664599" cy="1384992"/>
              <a:chOff x="7589689" y="2186302"/>
              <a:chExt cx="1664599" cy="1384992"/>
            </a:xfrm>
          </p:grpSpPr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B380F2AB-2DA3-4EE0-5031-16EFF75CEA8C}"/>
                  </a:ext>
                </a:extLst>
              </p:cNvPr>
              <p:cNvSpPr txBox="1"/>
              <p:nvPr/>
            </p:nvSpPr>
            <p:spPr>
              <a:xfrm>
                <a:off x="8465215" y="2336705"/>
                <a:ext cx="78907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az-Latn-AZ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Tahoma" panose="020B0604030504040204" pitchFamily="34" charset="0"/>
                    <a:cs typeface="Tahoma" panose="020B0604030504040204" pitchFamily="34" charset="0"/>
                  </a:rPr>
                  <a:t>%</a:t>
                </a:r>
                <a:r>
                  <a:rPr kumimoji="0" lang="az-Latn-AZ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Calibri" panose="020F0502020204030204"/>
                    <a:ea typeface="Tahoma" panose="020B0604030504040204" pitchFamily="34" charset="0"/>
                    <a:cs typeface="Tahoma" panose="020B0604030504040204" pitchFamily="34" charset="0"/>
                  </a:rPr>
                  <a:t>-i</a:t>
                </a: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A07A4A34-4B8C-4993-6AA5-D1191421C71E}"/>
                  </a:ext>
                </a:extLst>
              </p:cNvPr>
              <p:cNvSpPr txBox="1"/>
              <p:nvPr/>
            </p:nvSpPr>
            <p:spPr>
              <a:xfrm>
                <a:off x="7589689" y="2186302"/>
                <a:ext cx="711630" cy="13849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{8_qf}</a:t>
                </a:r>
                <a:endParaRPr kumimoji="0" lang="az-Latn-AZ" sz="3000" b="0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9BE10AD-C6D5-6E86-1ECB-39877DC9C758}"/>
                </a:ext>
              </a:extLst>
            </p:cNvPr>
            <p:cNvSpPr txBox="1"/>
            <p:nvPr/>
          </p:nvSpPr>
          <p:spPr>
            <a:xfrm>
              <a:off x="8928429" y="3531887"/>
              <a:ext cx="287253" cy="64633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{8_qr}</a:t>
              </a:r>
              <a:endPara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E64FA03-03B3-9B44-7121-41141BBBBDC8}"/>
              </a:ext>
            </a:extLst>
          </p:cNvPr>
          <p:cNvSpPr txBox="1"/>
          <p:nvPr/>
        </p:nvSpPr>
        <p:spPr>
          <a:xfrm>
            <a:off x="1734134" y="1123437"/>
            <a:ext cx="2950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dirty="0">
                <a:solidFill>
                  <a:srgbClr val="00339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{8_t</a:t>
            </a:r>
            <a:r>
              <a:rPr lang="az-Latn-AZ" dirty="0">
                <a:solidFill>
                  <a:srgbClr val="00339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edfaiz</a:t>
            </a:r>
            <a:r>
              <a:rPr lang="en-US" dirty="0">
                <a:solidFill>
                  <a:srgbClr val="003399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}</a:t>
            </a:r>
            <a:endParaRPr kumimoji="0" lang="az-Latn-AZ" sz="1800" b="0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36E2B4-039A-F85D-8AE7-195C9D38CC7F}"/>
              </a:ext>
            </a:extLst>
          </p:cNvPr>
          <p:cNvSpPr txBox="1"/>
          <p:nvPr/>
        </p:nvSpPr>
        <p:spPr>
          <a:xfrm>
            <a:off x="5341633" y="4306663"/>
            <a:ext cx="560528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4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Hesabat dövründə icrası nəzərdə tutulan ümumilikdə 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08D70505-0A97-4EE2-E3F3-36A2CC381A20}"/>
              </a:ext>
            </a:extLst>
          </p:cNvPr>
          <p:cNvGrpSpPr/>
          <p:nvPr/>
        </p:nvGrpSpPr>
        <p:grpSpPr>
          <a:xfrm>
            <a:off x="5276903" y="4673634"/>
            <a:ext cx="2626030" cy="1477328"/>
            <a:chOff x="7457805" y="2159407"/>
            <a:chExt cx="2626030" cy="147732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E95E6E1-CAA5-0B8F-6C45-8426DE95959B}"/>
                </a:ext>
              </a:extLst>
            </p:cNvPr>
            <p:cNvSpPr txBox="1"/>
            <p:nvPr/>
          </p:nvSpPr>
          <p:spPr>
            <a:xfrm>
              <a:off x="7917988" y="2232188"/>
              <a:ext cx="2165847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STRATEJİ MƏQSƏD </a:t>
              </a: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və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5E39276-0B23-8610-C84F-3AAC48DC765C}"/>
                </a:ext>
              </a:extLst>
            </p:cNvPr>
            <p:cNvSpPr txBox="1"/>
            <p:nvPr/>
          </p:nvSpPr>
          <p:spPr>
            <a:xfrm>
              <a:off x="7457805" y="2159407"/>
              <a:ext cx="460183" cy="14773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{8_sm}</a:t>
              </a:r>
              <a:endParaRPr kumimoji="0" lang="az-Latn-AZ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0" name="Группа 11">
            <a:extLst>
              <a:ext uri="{FF2B5EF4-FFF2-40B4-BE49-F238E27FC236}">
                <a16:creationId xmlns:a16="http://schemas.microsoft.com/office/drawing/2014/main" id="{3B9D2981-ECC1-C446-2673-8DB483C3EA43}"/>
              </a:ext>
            </a:extLst>
          </p:cNvPr>
          <p:cNvGrpSpPr/>
          <p:nvPr/>
        </p:nvGrpSpPr>
        <p:grpSpPr>
          <a:xfrm>
            <a:off x="5276904" y="5085877"/>
            <a:ext cx="2778441" cy="1107996"/>
            <a:chOff x="7572266" y="2159407"/>
            <a:chExt cx="2778441" cy="110799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8C49A26-787C-BEDC-392E-CD0E8C36ABD1}"/>
                </a:ext>
              </a:extLst>
            </p:cNvPr>
            <p:cNvSpPr txBox="1"/>
            <p:nvPr/>
          </p:nvSpPr>
          <p:spPr>
            <a:xfrm>
              <a:off x="8054007" y="2258188"/>
              <a:ext cx="2296700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PRİORİTET İSTİQAMƏT üzrə: </a:t>
              </a:r>
              <a:endParaRPr kumimoji="0" lang="az-Latn-AZ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C4F1D11-E316-C5FA-822A-EE43A23665DD}"/>
                </a:ext>
              </a:extLst>
            </p:cNvPr>
            <p:cNvSpPr txBox="1"/>
            <p:nvPr/>
          </p:nvSpPr>
          <p:spPr>
            <a:xfrm>
              <a:off x="7572266" y="2159407"/>
              <a:ext cx="460183" cy="11079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{8_pi}</a:t>
              </a:r>
              <a:endParaRPr kumimoji="0" lang="az-Latn-AZ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3" name="Группа 17">
            <a:extLst>
              <a:ext uri="{FF2B5EF4-FFF2-40B4-BE49-F238E27FC236}">
                <a16:creationId xmlns:a16="http://schemas.microsoft.com/office/drawing/2014/main" id="{F9E62F45-EE96-66CF-8CE7-B2C9C3FB5CEC}"/>
              </a:ext>
            </a:extLst>
          </p:cNvPr>
          <p:cNvGrpSpPr/>
          <p:nvPr/>
        </p:nvGrpSpPr>
        <p:grpSpPr>
          <a:xfrm>
            <a:off x="8238857" y="4673634"/>
            <a:ext cx="1236735" cy="738664"/>
            <a:chOff x="8964926" y="3675342"/>
            <a:chExt cx="1236735" cy="738664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0FB47ED-4FA3-693C-EDCD-9AB7C06FB3BB}"/>
                </a:ext>
              </a:extLst>
            </p:cNvPr>
            <p:cNvSpPr txBox="1"/>
            <p:nvPr/>
          </p:nvSpPr>
          <p:spPr>
            <a:xfrm>
              <a:off x="9821063" y="3753630"/>
              <a:ext cx="38059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Tahoma" panose="020B0604030504040204" pitchFamily="34" charset="0"/>
                  <a:cs typeface="Tahoma" panose="020B0604030504040204" pitchFamily="34" charset="0"/>
                </a:rPr>
                <a:t>%</a:t>
              </a:r>
              <a:r>
                <a:rPr kumimoji="0" lang="az-Latn-AZ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Tahoma" panose="020B0604030504040204" pitchFamily="34" charset="0"/>
                  <a:cs typeface="Tahoma" panose="020B0604030504040204" pitchFamily="34" charset="0"/>
                </a:rPr>
                <a:t>-i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D97B41-260E-4D0C-45E8-355443AA4F4C}"/>
                </a:ext>
              </a:extLst>
            </p:cNvPr>
            <p:cNvSpPr txBox="1"/>
            <p:nvPr/>
          </p:nvSpPr>
          <p:spPr>
            <a:xfrm>
              <a:off x="8964926" y="3675342"/>
              <a:ext cx="768838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{8_iti}</a:t>
              </a:r>
              <a:endParaRPr kumimoji="0" lang="az-Latn-AZ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3FF23A4-FAE8-F91B-61E4-33E870107340}"/>
              </a:ext>
            </a:extLst>
          </p:cNvPr>
          <p:cNvSpPr txBox="1"/>
          <p:nvPr/>
        </p:nvSpPr>
        <p:spPr>
          <a:xfrm>
            <a:off x="9571518" y="4782699"/>
            <a:ext cx="224220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şlər tam icra </a:t>
            </a:r>
            <a:r>
              <a: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edilmiş,</a:t>
            </a:r>
          </a:p>
        </p:txBody>
      </p:sp>
      <p:grpSp>
        <p:nvGrpSpPr>
          <p:cNvPr id="17" name="Группа 18">
            <a:extLst>
              <a:ext uri="{FF2B5EF4-FFF2-40B4-BE49-F238E27FC236}">
                <a16:creationId xmlns:a16="http://schemas.microsoft.com/office/drawing/2014/main" id="{F98C2494-3877-946A-E538-D395C9A130C2}"/>
              </a:ext>
            </a:extLst>
          </p:cNvPr>
          <p:cNvGrpSpPr/>
          <p:nvPr/>
        </p:nvGrpSpPr>
        <p:grpSpPr>
          <a:xfrm>
            <a:off x="8281986" y="5092206"/>
            <a:ext cx="1383974" cy="738664"/>
            <a:chOff x="8990633" y="3675342"/>
            <a:chExt cx="1383974" cy="73866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2C49F1D-2C9D-B548-3F1D-E411C44F0EE1}"/>
                </a:ext>
              </a:extLst>
            </p:cNvPr>
            <p:cNvSpPr txBox="1"/>
            <p:nvPr/>
          </p:nvSpPr>
          <p:spPr>
            <a:xfrm>
              <a:off x="9665368" y="3777531"/>
              <a:ext cx="709239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az-Latn-AZ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Tahoma" panose="020B0604030504040204" pitchFamily="34" charset="0"/>
                  <a:cs typeface="Tahoma" panose="020B0604030504040204" pitchFamily="34" charset="0"/>
                </a:rPr>
                <a:t>%</a:t>
              </a:r>
              <a:r>
                <a:rPr kumimoji="0" lang="az-Latn-AZ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alibri" panose="020F0502020204030204"/>
                  <a:ea typeface="Tahoma" panose="020B0604030504040204" pitchFamily="34" charset="0"/>
                  <a:cs typeface="Tahoma" panose="020B0604030504040204" pitchFamily="34" charset="0"/>
                </a:rPr>
                <a:t>-i </a:t>
              </a:r>
              <a:r>
                <a:rPr kumimoji="0" lang="az-Latn-AZ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isə</a:t>
              </a:r>
              <a:endPara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" panose="020F0502020204030204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5226E00-6006-7178-C9A2-86AD9179BA08}"/>
                </a:ext>
              </a:extLst>
            </p:cNvPr>
            <p:cNvSpPr txBox="1"/>
            <p:nvPr/>
          </p:nvSpPr>
          <p:spPr>
            <a:xfrm>
              <a:off x="8990633" y="3675342"/>
              <a:ext cx="709239" cy="73866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{8_iqi}</a:t>
              </a:r>
              <a:endParaRPr kumimoji="0" lang="az-Latn-AZ" sz="2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BAFD0ED-96A1-768E-01A4-66B9B48F49BF}"/>
              </a:ext>
            </a:extLst>
          </p:cNvPr>
          <p:cNvSpPr txBox="1"/>
          <p:nvPr/>
        </p:nvSpPr>
        <p:spPr>
          <a:xfrm>
            <a:off x="9571518" y="5234702"/>
            <a:ext cx="1867217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z-Latn-AZ" sz="1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</a:t>
            </a:r>
            <a:r>
              <a:rPr kumimoji="0" lang="az-Latn-AZ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şlər qismən icra </a:t>
            </a:r>
            <a:r>
              <a:rPr kumimoji="0" lang="az-Latn-AZ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edilmişdir və icrası davam etməkdədir.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CD72EB-D9D7-347B-116B-BC73D4EBC196}"/>
              </a:ext>
            </a:extLst>
          </p:cNvPr>
          <p:cNvSpPr txBox="1"/>
          <p:nvPr/>
        </p:nvSpPr>
        <p:spPr>
          <a:xfrm>
            <a:off x="3083500" y="3583493"/>
            <a:ext cx="32393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{8_tr}</a:t>
            </a:r>
            <a:endParaRPr kumimoji="0" lang="az-Latn-AZ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64333F-7EF2-5690-3FFF-F9556A1D9D19}"/>
              </a:ext>
            </a:extLst>
          </p:cNvPr>
          <p:cNvSpPr txBox="1"/>
          <p:nvPr/>
        </p:nvSpPr>
        <p:spPr>
          <a:xfrm>
            <a:off x="1163747" y="563561"/>
            <a:ext cx="691057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_title}</a:t>
            </a:r>
            <a:endParaRPr kumimoji="0" lang="az-Latn-AZ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6E5BF0-FA35-94EF-E64C-2FFD8F86685D}"/>
              </a:ext>
            </a:extLst>
          </p:cNvPr>
          <p:cNvSpPr txBox="1"/>
          <p:nvPr/>
        </p:nvSpPr>
        <p:spPr>
          <a:xfrm>
            <a:off x="3588590" y="557441"/>
            <a:ext cx="780590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</a:t>
            </a:r>
            <a:r>
              <a:rPr lang="ru-RU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8</a:t>
            </a:r>
            <a:r>
              <a:rPr lang="en-US" sz="2400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_subtitle}</a:t>
            </a:r>
            <a:endParaRPr kumimoji="0" lang="az-Latn-AZ" sz="2400" i="0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6" name="slide_8_diagram">
            <a:extLst>
              <a:ext uri="{FF2B5EF4-FFF2-40B4-BE49-F238E27FC236}">
                <a16:creationId xmlns:a16="http://schemas.microsoft.com/office/drawing/2014/main" id="{A623B658-C7D2-4711-7B00-0A696A1BC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0384" y="1735609"/>
            <a:ext cx="6749161" cy="2447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096750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CB236B87CB154D843F9C13C41BE49A" ma:contentTypeVersion="3" ma:contentTypeDescription="Create a new document." ma:contentTypeScope="" ma:versionID="278d9cd0118e38daaa77cec6fb6da1b1">
  <xsd:schema xmlns:xsd="http://www.w3.org/2001/XMLSchema" xmlns:xs="http://www.w3.org/2001/XMLSchema" xmlns:p="http://schemas.microsoft.com/office/2006/metadata/properties" xmlns:ns3="07b7cacb-e9b5-4dc4-9e56-b93c11992da9" targetNamespace="http://schemas.microsoft.com/office/2006/metadata/properties" ma:root="true" ma:fieldsID="2033c1e3f171fb1409778f4b00eb0d11" ns3:_="">
    <xsd:import namespace="07b7cacb-e9b5-4dc4-9e56-b93c11992d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b7cacb-e9b5-4dc4-9e56-b93c11992d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647C188-1132-42ED-AA25-6F24353AB272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07b7cacb-e9b5-4dc4-9e56-b93c11992da9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18B3BA4-21DB-45DA-860F-51498A37F0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360C46A-A2AA-4841-A0D1-57CD6850C1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b7cacb-e9b5-4dc4-9e56-b93c11992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13304</TotalTime>
  <Words>137</Words>
  <Application>Microsoft Office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Tahoma</vt:lpstr>
      <vt:lpstr>3_Office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Alexsandra Agapova</cp:lastModifiedBy>
  <cp:revision>1147</cp:revision>
  <cp:lastPrinted>2025-03-12T07:23:13Z</cp:lastPrinted>
  <dcterms:modified xsi:type="dcterms:W3CDTF">2026-05-18T15:11:41Z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0x010100F2CB236B87CB154D843F9C13C41BE49A</vt:lpwstr>
  </property>
</Properties>
</file>