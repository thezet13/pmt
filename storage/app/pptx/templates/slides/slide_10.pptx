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6"/>
  </p:notesMasterIdLst>
  <p:sldIdLst>
    <p:sldId id="1415" r:id="rId5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E96C-B6DF-3B9A-392F-D1D16B83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799B70F-FCD2-76FE-3DE0-48296E3460A1}"/>
              </a:ext>
            </a:extLst>
          </p:cNvPr>
          <p:cNvSpPr txBox="1"/>
          <p:nvPr/>
        </p:nvSpPr>
        <p:spPr>
          <a:xfrm rot="16200000">
            <a:off x="852078" y="5055760"/>
            <a:ext cx="1150650" cy="369332"/>
          </a:xfrm>
          <a:prstGeom prst="rect">
            <a:avLst/>
          </a:prstGeom>
          <a:solidFill>
            <a:srgbClr val="1E4B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2405D8-B518-5D59-7281-D8E33118875C}"/>
              </a:ext>
            </a:extLst>
          </p:cNvPr>
          <p:cNvSpPr txBox="1"/>
          <p:nvPr/>
        </p:nvSpPr>
        <p:spPr>
          <a:xfrm rot="16200000">
            <a:off x="3718773" y="5055759"/>
            <a:ext cx="1150650" cy="369332"/>
          </a:xfrm>
          <a:prstGeom prst="rect">
            <a:avLst/>
          </a:prstGeom>
          <a:solidFill>
            <a:srgbClr val="1E4B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Прямоугольник 41">
            <a:extLst>
              <a:ext uri="{FF2B5EF4-FFF2-40B4-BE49-F238E27FC236}">
                <a16:creationId xmlns:a16="http://schemas.microsoft.com/office/drawing/2014/main" id="{D067EB37-84B2-7EE5-03E4-BEA0A16A6B97}"/>
              </a:ext>
            </a:extLst>
          </p:cNvPr>
          <p:cNvSpPr/>
          <p:nvPr/>
        </p:nvSpPr>
        <p:spPr>
          <a:xfrm>
            <a:off x="1832902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{10_number_1}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Прямоугольник 41">
            <a:extLst>
              <a:ext uri="{FF2B5EF4-FFF2-40B4-BE49-F238E27FC236}">
                <a16:creationId xmlns:a16="http://schemas.microsoft.com/office/drawing/2014/main" id="{3B044031-1D49-68DB-DE74-6618C4689B09}"/>
              </a:ext>
            </a:extLst>
          </p:cNvPr>
          <p:cNvSpPr/>
          <p:nvPr/>
        </p:nvSpPr>
        <p:spPr>
          <a:xfrm>
            <a:off x="4699598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{10_number_2}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63CF342-B990-665D-C586-95B013A109A0}"/>
              </a:ext>
            </a:extLst>
          </p:cNvPr>
          <p:cNvSpPr/>
          <p:nvPr/>
        </p:nvSpPr>
        <p:spPr>
          <a:xfrm>
            <a:off x="1034769" y="1283141"/>
            <a:ext cx="5349951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B1CECB-2014-FEB2-282F-AA355F83FA18}"/>
              </a:ext>
            </a:extLst>
          </p:cNvPr>
          <p:cNvSpPr txBox="1"/>
          <p:nvPr/>
        </p:nvSpPr>
        <p:spPr>
          <a:xfrm>
            <a:off x="1468861" y="1329567"/>
            <a:ext cx="448176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Birbaşa müraciətlərin istiqamətlərə görə paylanması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4250B86-7031-7271-A0A1-7ED123A0F256}"/>
              </a:ext>
            </a:extLst>
          </p:cNvPr>
          <p:cNvSpPr/>
          <p:nvPr/>
        </p:nvSpPr>
        <p:spPr>
          <a:xfrm>
            <a:off x="1104238" y="4197791"/>
            <a:ext cx="5280482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C46B1F-CE09-23FA-D6E4-14844CF1DB47}"/>
              </a:ext>
            </a:extLst>
          </p:cNvPr>
          <p:cNvSpPr txBox="1"/>
          <p:nvPr/>
        </p:nvSpPr>
        <p:spPr>
          <a:xfrm>
            <a:off x="1468861" y="4244217"/>
            <a:ext cx="448176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Müraciətlərin cavablandırılması</a:t>
            </a:r>
          </a:p>
        </p:txBody>
      </p:sp>
      <p:graphicFrame>
        <p:nvGraphicFramePr>
          <p:cNvPr id="41" name="Диаграмма 40">
            <a:extLst>
              <a:ext uri="{FF2B5EF4-FFF2-40B4-BE49-F238E27FC236}">
                <a16:creationId xmlns:a16="http://schemas.microsoft.com/office/drawing/2014/main" id="{CDDBD012-954F-F9E1-36B0-25C6F9C9437C}"/>
              </a:ext>
            </a:extLst>
          </p:cNvPr>
          <p:cNvGraphicFramePr/>
          <p:nvPr/>
        </p:nvGraphicFramePr>
        <p:xfrm>
          <a:off x="1034769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7" name="Диаграмма 76">
            <a:extLst>
              <a:ext uri="{FF2B5EF4-FFF2-40B4-BE49-F238E27FC236}">
                <a16:creationId xmlns:a16="http://schemas.microsoft.com/office/drawing/2014/main" id="{2D2D411F-3FAD-E819-DB12-756399C5CE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009018"/>
              </p:ext>
            </p:extLst>
          </p:nvPr>
        </p:nvGraphicFramePr>
        <p:xfrm>
          <a:off x="3417364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" name="Диаграмма 93">
            <a:extLst>
              <a:ext uri="{FF2B5EF4-FFF2-40B4-BE49-F238E27FC236}">
                <a16:creationId xmlns:a16="http://schemas.microsoft.com/office/drawing/2014/main" id="{0578F349-E2BB-5283-B2C4-341528ED6652}"/>
              </a:ext>
            </a:extLst>
          </p:cNvPr>
          <p:cNvGraphicFramePr/>
          <p:nvPr/>
        </p:nvGraphicFramePr>
        <p:xfrm>
          <a:off x="5799959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32C866-51BC-42E7-B494-0C6CDEFA5C98}"/>
              </a:ext>
            </a:extLst>
          </p:cNvPr>
          <p:cNvSpPr txBox="1"/>
          <p:nvPr/>
        </p:nvSpPr>
        <p:spPr>
          <a:xfrm rot="16200000">
            <a:off x="6233945" y="5049519"/>
            <a:ext cx="1150650" cy="381813"/>
          </a:xfrm>
          <a:prstGeom prst="rect">
            <a:avLst/>
          </a:prstGeom>
          <a:solidFill>
            <a:srgbClr val="1E4B94"/>
          </a:solidFill>
        </p:spPr>
        <p:txBody>
          <a:bodyPr wrap="square" tIns="72000" bIns="10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Kumulyativ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41">
            <a:extLst>
              <a:ext uri="{FF2B5EF4-FFF2-40B4-BE49-F238E27FC236}">
                <a16:creationId xmlns:a16="http://schemas.microsoft.com/office/drawing/2014/main" id="{1460B55A-F7B4-834D-C868-EC1A2848C1C6}"/>
              </a:ext>
            </a:extLst>
          </p:cNvPr>
          <p:cNvSpPr/>
          <p:nvPr/>
        </p:nvSpPr>
        <p:spPr>
          <a:xfrm>
            <a:off x="7214770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{10_number_3}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9" name="slide_10_donuts">
            <a:extLst>
              <a:ext uri="{FF2B5EF4-FFF2-40B4-BE49-F238E27FC236}">
                <a16:creationId xmlns:a16="http://schemas.microsoft.com/office/drawing/2014/main" id="{36721C26-FAD0-8E27-61EC-113767317D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9" y="1659317"/>
            <a:ext cx="9756876" cy="248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2661F-97B2-C8F2-5632-F9F70509B8C6}"/>
              </a:ext>
            </a:extLst>
          </p:cNvPr>
          <p:cNvSpPr txBox="1"/>
          <p:nvPr/>
        </p:nvSpPr>
        <p:spPr>
          <a:xfrm>
            <a:off x="1157520" y="551143"/>
            <a:ext cx="64509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5BC04-E48A-EEBB-D5EC-BDF30B28833B}"/>
              </a:ext>
            </a:extLst>
          </p:cNvPr>
          <p:cNvSpPr txBox="1"/>
          <p:nvPr/>
        </p:nvSpPr>
        <p:spPr>
          <a:xfrm>
            <a:off x="4109432" y="557441"/>
            <a:ext cx="72850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Прямоугольник 41">
            <a:extLst>
              <a:ext uri="{FF2B5EF4-FFF2-40B4-BE49-F238E27FC236}">
                <a16:creationId xmlns:a16="http://schemas.microsoft.com/office/drawing/2014/main" id="{EA46F188-9EED-1BE6-9161-387E0E15415D}"/>
              </a:ext>
            </a:extLst>
          </p:cNvPr>
          <p:cNvSpPr/>
          <p:nvPr/>
        </p:nvSpPr>
        <p:spPr>
          <a:xfrm>
            <a:off x="3232697" y="5086535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Прямоугольник 41">
            <a:extLst>
              <a:ext uri="{FF2B5EF4-FFF2-40B4-BE49-F238E27FC236}">
                <a16:creationId xmlns:a16="http://schemas.microsoft.com/office/drawing/2014/main" id="{4C08EDE1-57AC-FF04-0740-3AABA7842672}"/>
              </a:ext>
            </a:extLst>
          </p:cNvPr>
          <p:cNvSpPr/>
          <p:nvPr/>
        </p:nvSpPr>
        <p:spPr>
          <a:xfrm>
            <a:off x="6066309" y="5093073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Прямоугольник 41">
            <a:extLst>
              <a:ext uri="{FF2B5EF4-FFF2-40B4-BE49-F238E27FC236}">
                <a16:creationId xmlns:a16="http://schemas.microsoft.com/office/drawing/2014/main" id="{0B4BD10E-C50F-96E7-69C3-21D3981D3D41}"/>
              </a:ext>
            </a:extLst>
          </p:cNvPr>
          <p:cNvSpPr/>
          <p:nvPr/>
        </p:nvSpPr>
        <p:spPr>
          <a:xfrm>
            <a:off x="8575241" y="5099611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581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14374</TotalTime>
  <Words>46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Tahoma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1148</cp:revision>
  <cp:lastPrinted>2025-03-12T07:23:13Z</cp:lastPrinted>
  <dcterms:modified xsi:type="dcterms:W3CDTF">2026-05-07T07:34:49Z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