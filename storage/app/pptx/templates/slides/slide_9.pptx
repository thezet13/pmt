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6"/>
  </p:notesMasterIdLst>
  <p:sldIdLst>
    <p:sldId id="1416" r:id="rId5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5A15-3675-628A-50C2-A2D467C0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A586CF8-FD35-9E78-D136-2E698BEDF66A}"/>
              </a:ext>
            </a:extLst>
          </p:cNvPr>
          <p:cNvGrpSpPr/>
          <p:nvPr/>
        </p:nvGrpSpPr>
        <p:grpSpPr>
          <a:xfrm>
            <a:off x="-189781" y="1177658"/>
            <a:ext cx="5132717" cy="4581100"/>
            <a:chOff x="-189781" y="1177658"/>
            <a:chExt cx="5132717" cy="4581100"/>
          </a:xfrm>
        </p:grpSpPr>
        <p:grpSp>
          <p:nvGrpSpPr>
            <p:cNvPr id="45" name="Группа 112">
              <a:extLst>
                <a:ext uri="{FF2B5EF4-FFF2-40B4-BE49-F238E27FC236}">
                  <a16:creationId xmlns:a16="http://schemas.microsoft.com/office/drawing/2014/main" id="{BFC19E6B-EA06-8438-B781-394D1130B1BB}"/>
                </a:ext>
              </a:extLst>
            </p:cNvPr>
            <p:cNvGrpSpPr/>
            <p:nvPr/>
          </p:nvGrpSpPr>
          <p:grpSpPr>
            <a:xfrm>
              <a:off x="1033252" y="2748439"/>
              <a:ext cx="3909684" cy="507396"/>
              <a:chOff x="1034768" y="2759679"/>
              <a:chExt cx="3909684" cy="507396"/>
            </a:xfrm>
          </p:grpSpPr>
          <p:sp>
            <p:nvSpPr>
              <p:cNvPr id="46" name="Прямоугольник 42">
                <a:extLst>
                  <a:ext uri="{FF2B5EF4-FFF2-40B4-BE49-F238E27FC236}">
                    <a16:creationId xmlns:a16="http://schemas.microsoft.com/office/drawing/2014/main" id="{E95606BF-0158-7CC7-0E3A-336204335FF2}"/>
                  </a:ext>
                </a:extLst>
              </p:cNvPr>
              <p:cNvSpPr/>
              <p:nvPr/>
            </p:nvSpPr>
            <p:spPr>
              <a:xfrm>
                <a:off x="1034768" y="2759679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7" name="Группа 43">
                <a:extLst>
                  <a:ext uri="{FF2B5EF4-FFF2-40B4-BE49-F238E27FC236}">
                    <a16:creationId xmlns:a16="http://schemas.microsoft.com/office/drawing/2014/main" id="{031A4A9E-6CB5-88FE-B8EE-AFC959B5A4DF}"/>
                  </a:ext>
                </a:extLst>
              </p:cNvPr>
              <p:cNvGrpSpPr/>
              <p:nvPr/>
            </p:nvGrpSpPr>
            <p:grpSpPr>
              <a:xfrm>
                <a:off x="1098551" y="2822847"/>
                <a:ext cx="3845901" cy="369332"/>
                <a:chOff x="1082596" y="2760509"/>
                <a:chExt cx="3845901" cy="369332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F4ADF8-2511-CEA4-4E77-09DCF13B0847}"/>
                    </a:ext>
                  </a:extLst>
                </p:cNvPr>
                <p:cNvSpPr txBox="1"/>
                <p:nvPr/>
              </p:nvSpPr>
              <p:spPr>
                <a:xfrm>
                  <a:off x="2514839" y="2806675"/>
                  <a:ext cx="2413658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D80F79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{9_number_1}</a:t>
                  </a:r>
                  <a:endParaRPr kumimoji="0" lang="en-US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B0EE085-71EC-02A7-ABD9-A1F7EA87E7DE}"/>
                    </a:ext>
                  </a:extLst>
                </p:cNvPr>
                <p:cNvSpPr txBox="1"/>
                <p:nvPr/>
              </p:nvSpPr>
              <p:spPr>
                <a:xfrm>
                  <a:off x="1082596" y="2760509"/>
                  <a:ext cx="134019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birbaşa </a:t>
                  </a:r>
                  <a:b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</a:b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müraciətlər</a:t>
                  </a:r>
                </a:p>
              </p:txBody>
            </p:sp>
          </p:grpSp>
        </p:grpSp>
        <p:grpSp>
          <p:nvGrpSpPr>
            <p:cNvPr id="50" name="Группа 117">
              <a:extLst>
                <a:ext uri="{FF2B5EF4-FFF2-40B4-BE49-F238E27FC236}">
                  <a16:creationId xmlns:a16="http://schemas.microsoft.com/office/drawing/2014/main" id="{2B660C29-ADAA-0CA0-92C2-DC4BFEB6431F}"/>
                </a:ext>
              </a:extLst>
            </p:cNvPr>
            <p:cNvGrpSpPr/>
            <p:nvPr/>
          </p:nvGrpSpPr>
          <p:grpSpPr>
            <a:xfrm>
              <a:off x="-189781" y="1177658"/>
              <a:ext cx="3992262" cy="1434533"/>
              <a:chOff x="-188265" y="1241992"/>
              <a:chExt cx="3992262" cy="1434533"/>
            </a:xfrm>
          </p:grpSpPr>
          <p:sp>
            <p:nvSpPr>
              <p:cNvPr id="51" name="Прямоугольник 46">
                <a:extLst>
                  <a:ext uri="{FF2B5EF4-FFF2-40B4-BE49-F238E27FC236}">
                    <a16:creationId xmlns:a16="http://schemas.microsoft.com/office/drawing/2014/main" id="{34E18E6A-A210-370F-03B9-A77330147EE1}"/>
                  </a:ext>
                </a:extLst>
              </p:cNvPr>
              <p:cNvSpPr/>
              <p:nvPr/>
            </p:nvSpPr>
            <p:spPr>
              <a:xfrm>
                <a:off x="1034768" y="1241992"/>
                <a:ext cx="2769229" cy="1434533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" name="Группа 47">
                <a:extLst>
                  <a:ext uri="{FF2B5EF4-FFF2-40B4-BE49-F238E27FC236}">
                    <a16:creationId xmlns:a16="http://schemas.microsoft.com/office/drawing/2014/main" id="{C61DBAD6-D851-5802-CEBA-0CB612052DF8}"/>
                  </a:ext>
                </a:extLst>
              </p:cNvPr>
              <p:cNvGrpSpPr/>
              <p:nvPr/>
            </p:nvGrpSpPr>
            <p:grpSpPr>
              <a:xfrm>
                <a:off x="-188265" y="1341485"/>
                <a:ext cx="3775537" cy="1271987"/>
                <a:chOff x="2263117" y="1431411"/>
                <a:chExt cx="3775537" cy="1271987"/>
              </a:xfrm>
            </p:grpSpPr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BCFFEBF-B7D9-CC05-DC01-69F5777A8464}"/>
                    </a:ext>
                  </a:extLst>
                </p:cNvPr>
                <p:cNvSpPr txBox="1"/>
                <p:nvPr/>
              </p:nvSpPr>
              <p:spPr>
                <a:xfrm>
                  <a:off x="2263117" y="2241733"/>
                  <a:ext cx="3775537" cy="4616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3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C000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{9_total_requests}</a:t>
                  </a:r>
                  <a:endParaRPr kumimoji="0" lang="az-Latn-AZ" sz="3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4" name="Группа 49">
                  <a:extLst>
                    <a:ext uri="{FF2B5EF4-FFF2-40B4-BE49-F238E27FC236}">
                      <a16:creationId xmlns:a16="http://schemas.microsoft.com/office/drawing/2014/main" id="{06C61937-637F-B17E-26EF-F101346468C7}"/>
                    </a:ext>
                  </a:extLst>
                </p:cNvPr>
                <p:cNvGrpSpPr/>
                <p:nvPr/>
              </p:nvGrpSpPr>
              <p:grpSpPr>
                <a:xfrm>
                  <a:off x="3664830" y="1431411"/>
                  <a:ext cx="2280782" cy="821340"/>
                  <a:chOff x="3129419" y="1263786"/>
                  <a:chExt cx="2280782" cy="821340"/>
                </a:xfrm>
              </p:grpSpPr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1DAF953-E50E-8333-839F-E34A48BF80DE}"/>
                      </a:ext>
                    </a:extLst>
                  </p:cNvPr>
                  <p:cNvSpPr txBox="1"/>
                  <p:nvPr/>
                </p:nvSpPr>
                <p:spPr>
                  <a:xfrm>
                    <a:off x="3129419" y="1263786"/>
                    <a:ext cx="2280782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az-Latn-AZ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ÜMUMİ 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az-Latn-AZ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MÜRACİƏT SAYI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A48E61F2-EB84-8678-40DA-B11D6B651772}"/>
                      </a:ext>
                    </a:extLst>
                  </p:cNvPr>
                  <p:cNvSpPr txBox="1"/>
                  <p:nvPr/>
                </p:nvSpPr>
                <p:spPr>
                  <a:xfrm>
                    <a:off x="3590927" y="1900460"/>
                    <a:ext cx="181927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{9_period}</a:t>
                    </a:r>
                    <a:endPara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</p:grpSp>
        <p:grpSp>
          <p:nvGrpSpPr>
            <p:cNvPr id="57" name="Группа 113">
              <a:extLst>
                <a:ext uri="{FF2B5EF4-FFF2-40B4-BE49-F238E27FC236}">
                  <a16:creationId xmlns:a16="http://schemas.microsoft.com/office/drawing/2014/main" id="{2C1CF7B2-55CD-D503-ED72-35E4139EF2DB}"/>
                </a:ext>
              </a:extLst>
            </p:cNvPr>
            <p:cNvGrpSpPr/>
            <p:nvPr/>
          </p:nvGrpSpPr>
          <p:grpSpPr>
            <a:xfrm>
              <a:off x="1033252" y="3336407"/>
              <a:ext cx="3375606" cy="658445"/>
              <a:chOff x="1034768" y="3304343"/>
              <a:chExt cx="3375606" cy="658445"/>
            </a:xfrm>
          </p:grpSpPr>
          <p:sp>
            <p:nvSpPr>
              <p:cNvPr id="58" name="Прямоугольник 92">
                <a:extLst>
                  <a:ext uri="{FF2B5EF4-FFF2-40B4-BE49-F238E27FC236}">
                    <a16:creationId xmlns:a16="http://schemas.microsoft.com/office/drawing/2014/main" id="{367D1996-9BBF-3399-69F8-17A73AC3F880}"/>
                  </a:ext>
                </a:extLst>
              </p:cNvPr>
              <p:cNvSpPr/>
              <p:nvPr/>
            </p:nvSpPr>
            <p:spPr>
              <a:xfrm>
                <a:off x="1034768" y="3304343"/>
                <a:ext cx="2769229" cy="6584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9" name="Группа 93">
                <a:extLst>
                  <a:ext uri="{FF2B5EF4-FFF2-40B4-BE49-F238E27FC236}">
                    <a16:creationId xmlns:a16="http://schemas.microsoft.com/office/drawing/2014/main" id="{3EE7E6B0-E73F-8BD4-C9AF-984E4F68F575}"/>
                  </a:ext>
                </a:extLst>
              </p:cNvPr>
              <p:cNvGrpSpPr/>
              <p:nvPr/>
            </p:nvGrpSpPr>
            <p:grpSpPr>
              <a:xfrm>
                <a:off x="1098550" y="3422639"/>
                <a:ext cx="3311824" cy="369332"/>
                <a:chOff x="1082595" y="2815636"/>
                <a:chExt cx="3311824" cy="369332"/>
              </a:xfrm>
            </p:grpSpPr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B11677B-2504-1094-725A-C9C1CC52B224}"/>
                    </a:ext>
                  </a:extLst>
                </p:cNvPr>
                <p:cNvSpPr txBox="1"/>
                <p:nvPr/>
              </p:nvSpPr>
              <p:spPr>
                <a:xfrm>
                  <a:off x="2514838" y="2872673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{9_number_2}</a:t>
                  </a:r>
                  <a:endParaRPr kumimoji="0" lang="az-Latn-AZ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4FD9D99-3F34-644E-9000-C28E6617C270}"/>
                    </a:ext>
                  </a:extLst>
                </p:cNvPr>
                <p:cNvSpPr txBox="1"/>
                <p:nvPr/>
              </p:nvSpPr>
              <p:spPr>
                <a:xfrm>
                  <a:off x="1082595" y="2815636"/>
                  <a:ext cx="134019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Funksional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yardımçı xidmətlər</a:t>
                  </a:r>
                </a:p>
              </p:txBody>
            </p:sp>
          </p:grpSp>
        </p:grpSp>
        <p:grpSp>
          <p:nvGrpSpPr>
            <p:cNvPr id="62" name="Группа 114">
              <a:extLst>
                <a:ext uri="{FF2B5EF4-FFF2-40B4-BE49-F238E27FC236}">
                  <a16:creationId xmlns:a16="http://schemas.microsoft.com/office/drawing/2014/main" id="{DCB94A9F-B1E4-2569-0C1B-06B050794A57}"/>
                </a:ext>
              </a:extLst>
            </p:cNvPr>
            <p:cNvGrpSpPr/>
            <p:nvPr/>
          </p:nvGrpSpPr>
          <p:grpSpPr>
            <a:xfrm>
              <a:off x="1033252" y="4075424"/>
              <a:ext cx="3375606" cy="507396"/>
              <a:chOff x="1034768" y="4001008"/>
              <a:chExt cx="3375606" cy="507396"/>
            </a:xfrm>
          </p:grpSpPr>
          <p:sp>
            <p:nvSpPr>
              <p:cNvPr id="63" name="Прямоугольник 100">
                <a:extLst>
                  <a:ext uri="{FF2B5EF4-FFF2-40B4-BE49-F238E27FC236}">
                    <a16:creationId xmlns:a16="http://schemas.microsoft.com/office/drawing/2014/main" id="{057BC73F-776C-F8D1-8979-96CFE4318997}"/>
                  </a:ext>
                </a:extLst>
              </p:cNvPr>
              <p:cNvSpPr/>
              <p:nvPr/>
            </p:nvSpPr>
            <p:spPr>
              <a:xfrm>
                <a:off x="1034768" y="4001008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4" name="Группа 101">
                <a:extLst>
                  <a:ext uri="{FF2B5EF4-FFF2-40B4-BE49-F238E27FC236}">
                    <a16:creationId xmlns:a16="http://schemas.microsoft.com/office/drawing/2014/main" id="{69E284DE-E07F-7F2A-319D-69A3F9804743}"/>
                  </a:ext>
                </a:extLst>
              </p:cNvPr>
              <p:cNvGrpSpPr/>
              <p:nvPr/>
            </p:nvGrpSpPr>
            <p:grpSpPr>
              <a:xfrm>
                <a:off x="1034768" y="4064176"/>
                <a:ext cx="3375606" cy="369332"/>
                <a:chOff x="1018813" y="2760509"/>
                <a:chExt cx="3375606" cy="369332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072F491-C0F8-B620-37BD-698E05E84996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{9_number_3}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B709634-2231-FF47-FCCC-D5F08194D2F9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Tibbi-Sosial Ekspert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Komissiyaları</a:t>
                  </a:r>
                </a:p>
              </p:txBody>
            </p:sp>
          </p:grpSp>
        </p:grpSp>
        <p:grpSp>
          <p:nvGrpSpPr>
            <p:cNvPr id="67" name="Группа 115">
              <a:extLst>
                <a:ext uri="{FF2B5EF4-FFF2-40B4-BE49-F238E27FC236}">
                  <a16:creationId xmlns:a16="http://schemas.microsoft.com/office/drawing/2014/main" id="{433A43A7-2088-8340-0121-B4BC2BF4F09D}"/>
                </a:ext>
              </a:extLst>
            </p:cNvPr>
            <p:cNvGrpSpPr/>
            <p:nvPr/>
          </p:nvGrpSpPr>
          <p:grpSpPr>
            <a:xfrm>
              <a:off x="1033252" y="4663392"/>
              <a:ext cx="3375606" cy="507396"/>
              <a:chOff x="1034768" y="4595665"/>
              <a:chExt cx="3375606" cy="507396"/>
            </a:xfrm>
          </p:grpSpPr>
          <p:sp>
            <p:nvSpPr>
              <p:cNvPr id="68" name="Прямоугольник 104">
                <a:extLst>
                  <a:ext uri="{FF2B5EF4-FFF2-40B4-BE49-F238E27FC236}">
                    <a16:creationId xmlns:a16="http://schemas.microsoft.com/office/drawing/2014/main" id="{9ED88E70-81B4-5848-11CC-C847147D39AC}"/>
                  </a:ext>
                </a:extLst>
              </p:cNvPr>
              <p:cNvSpPr/>
              <p:nvPr/>
            </p:nvSpPr>
            <p:spPr>
              <a:xfrm>
                <a:off x="1034768" y="4595665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9" name="Группа 105">
                <a:extLst>
                  <a:ext uri="{FF2B5EF4-FFF2-40B4-BE49-F238E27FC236}">
                    <a16:creationId xmlns:a16="http://schemas.microsoft.com/office/drawing/2014/main" id="{53CA8095-26D7-2BC1-601F-087E2F8BEA40}"/>
                  </a:ext>
                </a:extLst>
              </p:cNvPr>
              <p:cNvGrpSpPr/>
              <p:nvPr/>
            </p:nvGrpSpPr>
            <p:grpSpPr>
              <a:xfrm>
                <a:off x="1034768" y="4658833"/>
                <a:ext cx="3375606" cy="369332"/>
                <a:chOff x="1018813" y="2760509"/>
                <a:chExt cx="3375606" cy="369332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5930A09-1D90-4476-6A6E-D5A884A18289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{9_number_4}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8765CB7-45F6-0CE7-D27A-50F5D7AB0C22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Dövlət Əmək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Müfəttişliyi Xidməti</a:t>
                  </a:r>
                </a:p>
              </p:txBody>
            </p:sp>
          </p:grpSp>
        </p:grpSp>
        <p:grpSp>
          <p:nvGrpSpPr>
            <p:cNvPr id="72" name="Группа 116">
              <a:extLst>
                <a:ext uri="{FF2B5EF4-FFF2-40B4-BE49-F238E27FC236}">
                  <a16:creationId xmlns:a16="http://schemas.microsoft.com/office/drawing/2014/main" id="{264BB55E-2CE9-35FF-6A03-0A258543AC6B}"/>
                </a:ext>
              </a:extLst>
            </p:cNvPr>
            <p:cNvGrpSpPr/>
            <p:nvPr/>
          </p:nvGrpSpPr>
          <p:grpSpPr>
            <a:xfrm>
              <a:off x="1033252" y="5251362"/>
              <a:ext cx="3375606" cy="507396"/>
              <a:chOff x="1034768" y="5140331"/>
              <a:chExt cx="3375606" cy="507396"/>
            </a:xfrm>
          </p:grpSpPr>
          <p:sp>
            <p:nvSpPr>
              <p:cNvPr id="73" name="Прямоугольник 108">
                <a:extLst>
                  <a:ext uri="{FF2B5EF4-FFF2-40B4-BE49-F238E27FC236}">
                    <a16:creationId xmlns:a16="http://schemas.microsoft.com/office/drawing/2014/main" id="{03E655C2-288D-5EB0-5024-97C047C85454}"/>
                  </a:ext>
                </a:extLst>
              </p:cNvPr>
              <p:cNvSpPr/>
              <p:nvPr/>
            </p:nvSpPr>
            <p:spPr>
              <a:xfrm>
                <a:off x="1034768" y="5140331"/>
                <a:ext cx="2769229" cy="5073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z-Latn-A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74" name="Группа 109">
                <a:extLst>
                  <a:ext uri="{FF2B5EF4-FFF2-40B4-BE49-F238E27FC236}">
                    <a16:creationId xmlns:a16="http://schemas.microsoft.com/office/drawing/2014/main" id="{2E12D3A4-85FF-1BE7-F78A-AC601AAE4C37}"/>
                  </a:ext>
                </a:extLst>
              </p:cNvPr>
              <p:cNvGrpSpPr/>
              <p:nvPr/>
            </p:nvGrpSpPr>
            <p:grpSpPr>
              <a:xfrm>
                <a:off x="1034768" y="5203499"/>
                <a:ext cx="3375606" cy="369332"/>
                <a:chOff x="1018813" y="2760509"/>
                <a:chExt cx="3375606" cy="369332"/>
              </a:xfrm>
            </p:grpSpPr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E26B4992-5A00-91D2-8666-57CB3E81BF61}"/>
                    </a:ext>
                  </a:extLst>
                </p:cNvPr>
                <p:cNvSpPr txBox="1"/>
                <p:nvPr/>
              </p:nvSpPr>
              <p:spPr>
                <a:xfrm>
                  <a:off x="2514838" y="2806675"/>
                  <a:ext cx="1879581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>
                    <a:defRPr/>
                  </a:pPr>
                  <a:r>
                    <a:rPr lang="en-US" sz="1900" b="1" dirty="0">
                      <a:solidFill>
                        <a:srgbClr val="00206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{9_number_5}</a:t>
                  </a:r>
                  <a:endParaRPr lang="az-Latn-AZ" sz="19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68F928A-38CE-04A2-16FD-2F8ADB5D2D2C}"/>
                    </a:ext>
                  </a:extLst>
                </p:cNvPr>
                <p:cNvSpPr txBox="1"/>
                <p:nvPr/>
              </p:nvSpPr>
              <p:spPr>
                <a:xfrm>
                  <a:off x="1018813" y="2760509"/>
                  <a:ext cx="140397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elektron 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az-Latn-AZ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xidmətlər</a:t>
                  </a:r>
                </a:p>
              </p:txBody>
            </p:sp>
          </p:grpSp>
        </p:grp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2C057AB-BBCA-04BF-B63B-0F486AD5B94C}"/>
              </a:ext>
            </a:extLst>
          </p:cNvPr>
          <p:cNvSpPr/>
          <p:nvPr/>
        </p:nvSpPr>
        <p:spPr>
          <a:xfrm>
            <a:off x="4543239" y="1182086"/>
            <a:ext cx="4698812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4D44C-BEBB-049D-44C9-B133CBEDC959}"/>
              </a:ext>
            </a:extLst>
          </p:cNvPr>
          <p:cNvSpPr txBox="1"/>
          <p:nvPr/>
        </p:nvSpPr>
        <p:spPr>
          <a:xfrm>
            <a:off x="4542148" y="1228512"/>
            <a:ext cx="469990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Birbaşa müraciət sayı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E51D7ED-EC9D-050D-92F2-78F9FE3F3530}"/>
              </a:ext>
            </a:extLst>
          </p:cNvPr>
          <p:cNvGrpSpPr/>
          <p:nvPr/>
        </p:nvGrpSpPr>
        <p:grpSpPr>
          <a:xfrm>
            <a:off x="4542148" y="1646937"/>
            <a:ext cx="1355646" cy="1457506"/>
            <a:chOff x="765928" y="2366591"/>
            <a:chExt cx="1355646" cy="1457506"/>
          </a:xfrm>
        </p:grpSpPr>
        <p:pic>
          <p:nvPicPr>
            <p:cNvPr id="26" name="Рисунок 65">
              <a:extLst>
                <a:ext uri="{FF2B5EF4-FFF2-40B4-BE49-F238E27FC236}">
                  <a16:creationId xmlns:a16="http://schemas.microsoft.com/office/drawing/2014/main" id="{B5A396E1-4718-FD2D-314C-D0D93D426B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87" b="12896"/>
            <a:stretch/>
          </p:blipFill>
          <p:spPr>
            <a:xfrm>
              <a:off x="765929" y="2366591"/>
              <a:ext cx="1355645" cy="1400697"/>
            </a:xfrm>
            <a:prstGeom prst="rect">
              <a:avLst/>
            </a:prstGeom>
          </p:spPr>
        </p:pic>
        <p:sp>
          <p:nvSpPr>
            <p:cNvPr id="27" name="Прямоугольник 39">
              <a:extLst>
                <a:ext uri="{FF2B5EF4-FFF2-40B4-BE49-F238E27FC236}">
                  <a16:creationId xmlns:a16="http://schemas.microsoft.com/office/drawing/2014/main" id="{698A6C82-2704-EF2F-6AFD-BE2BFB539FC7}"/>
                </a:ext>
              </a:extLst>
            </p:cNvPr>
            <p:cNvSpPr/>
            <p:nvPr/>
          </p:nvSpPr>
          <p:spPr>
            <a:xfrm>
              <a:off x="765929" y="2539757"/>
              <a:ext cx="135564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2025-cü il</a:t>
              </a:r>
            </a:p>
          </p:txBody>
        </p:sp>
        <p:sp>
          <p:nvSpPr>
            <p:cNvPr id="28" name="Прямоугольник 41">
              <a:extLst>
                <a:ext uri="{FF2B5EF4-FFF2-40B4-BE49-F238E27FC236}">
                  <a16:creationId xmlns:a16="http://schemas.microsoft.com/office/drawing/2014/main" id="{10C06D64-8DFA-4716-B495-791280630275}"/>
                </a:ext>
              </a:extLst>
            </p:cNvPr>
            <p:cNvSpPr/>
            <p:nvPr/>
          </p:nvSpPr>
          <p:spPr>
            <a:xfrm>
              <a:off x="765928" y="3270099"/>
              <a:ext cx="1355646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lang="en-US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{9_year_requests}</a:t>
              </a:r>
              <a:endPara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0DCF1071-4C47-04E0-28E5-617895D8C3B5}"/>
              </a:ext>
            </a:extLst>
          </p:cNvPr>
          <p:cNvGrpSpPr/>
          <p:nvPr/>
        </p:nvGrpSpPr>
        <p:grpSpPr>
          <a:xfrm>
            <a:off x="6055168" y="1646936"/>
            <a:ext cx="1355647" cy="1456200"/>
            <a:chOff x="2266725" y="2366061"/>
            <a:chExt cx="1355647" cy="1456200"/>
          </a:xfrm>
        </p:grpSpPr>
        <p:pic>
          <p:nvPicPr>
            <p:cNvPr id="30" name="Рисунок 67">
              <a:extLst>
                <a:ext uri="{FF2B5EF4-FFF2-40B4-BE49-F238E27FC236}">
                  <a16:creationId xmlns:a16="http://schemas.microsoft.com/office/drawing/2014/main" id="{50AC5574-1C81-AFA0-D7FC-AFD361D328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58" b="12926"/>
            <a:stretch/>
          </p:blipFill>
          <p:spPr>
            <a:xfrm>
              <a:off x="2266726" y="2366061"/>
              <a:ext cx="1355645" cy="1400697"/>
            </a:xfrm>
            <a:prstGeom prst="rect">
              <a:avLst/>
            </a:prstGeom>
          </p:spPr>
        </p:pic>
        <p:sp>
          <p:nvSpPr>
            <p:cNvPr id="31" name="Прямоугольник 39">
              <a:extLst>
                <a:ext uri="{FF2B5EF4-FFF2-40B4-BE49-F238E27FC236}">
                  <a16:creationId xmlns:a16="http://schemas.microsoft.com/office/drawing/2014/main" id="{018AF224-EF10-22EE-6B64-DFD42D6344A0}"/>
                </a:ext>
              </a:extLst>
            </p:cNvPr>
            <p:cNvSpPr/>
            <p:nvPr/>
          </p:nvSpPr>
          <p:spPr>
            <a:xfrm>
              <a:off x="2266726" y="2539226"/>
              <a:ext cx="1355646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Kumulyativ</a:t>
              </a:r>
            </a:p>
          </p:txBody>
        </p:sp>
        <p:sp>
          <p:nvSpPr>
            <p:cNvPr id="32" name="Прямоугольник 41">
              <a:extLst>
                <a:ext uri="{FF2B5EF4-FFF2-40B4-BE49-F238E27FC236}">
                  <a16:creationId xmlns:a16="http://schemas.microsoft.com/office/drawing/2014/main" id="{7CA861E0-1DD3-E57C-C737-84528D493D8C}"/>
                </a:ext>
              </a:extLst>
            </p:cNvPr>
            <p:cNvSpPr/>
            <p:nvPr/>
          </p:nvSpPr>
          <p:spPr>
            <a:xfrm>
              <a:off x="2266725" y="3268263"/>
              <a:ext cx="1355646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lang="en-US" b="1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{9_cum_requests}</a:t>
              </a:r>
              <a:endParaRPr kumimoji="0" lang="az-Latn-AZ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7" name="Группа 13">
            <a:extLst>
              <a:ext uri="{FF2B5EF4-FFF2-40B4-BE49-F238E27FC236}">
                <a16:creationId xmlns:a16="http://schemas.microsoft.com/office/drawing/2014/main" id="{5A85ACD1-F406-396B-969E-2AB0D2819C60}"/>
              </a:ext>
            </a:extLst>
          </p:cNvPr>
          <p:cNvGrpSpPr/>
          <p:nvPr/>
        </p:nvGrpSpPr>
        <p:grpSpPr>
          <a:xfrm>
            <a:off x="4542748" y="3191693"/>
            <a:ext cx="1355646" cy="757524"/>
            <a:chOff x="6342241" y="1343671"/>
            <a:chExt cx="1066970" cy="681979"/>
          </a:xfrm>
        </p:grpSpPr>
        <p:sp>
          <p:nvSpPr>
            <p:cNvPr id="88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3D3635C6-B5ED-68B6-949E-213988C528CC}"/>
                </a:ext>
              </a:extLst>
            </p:cNvPr>
            <p:cNvSpPr/>
            <p:nvPr/>
          </p:nvSpPr>
          <p:spPr>
            <a:xfrm>
              <a:off x="6421240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Bakı</a:t>
              </a:r>
            </a:p>
          </p:txBody>
        </p:sp>
        <p:sp>
          <p:nvSpPr>
            <p:cNvPr id="89" name="Прямоугольник: скругленные углы 3">
              <a:extLst>
                <a:ext uri="{FF2B5EF4-FFF2-40B4-BE49-F238E27FC236}">
                  <a16:creationId xmlns:a16="http://schemas.microsoft.com/office/drawing/2014/main" id="{0D94F658-2961-D63D-8C5B-FFF037FB5144}"/>
                </a:ext>
              </a:extLst>
            </p:cNvPr>
            <p:cNvSpPr/>
            <p:nvPr/>
          </p:nvSpPr>
          <p:spPr>
            <a:xfrm>
              <a:off x="6342241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1C72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{9_baku}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A0FCF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0" name="Группа 14">
            <a:extLst>
              <a:ext uri="{FF2B5EF4-FFF2-40B4-BE49-F238E27FC236}">
                <a16:creationId xmlns:a16="http://schemas.microsoft.com/office/drawing/2014/main" id="{E0680061-0180-AD95-7984-36CF94F3E815}"/>
              </a:ext>
            </a:extLst>
          </p:cNvPr>
          <p:cNvGrpSpPr/>
          <p:nvPr/>
        </p:nvGrpSpPr>
        <p:grpSpPr>
          <a:xfrm>
            <a:off x="6055168" y="3191693"/>
            <a:ext cx="1355646" cy="757524"/>
            <a:chOff x="7495836" y="1343671"/>
            <a:chExt cx="1066970" cy="681979"/>
          </a:xfrm>
        </p:grpSpPr>
        <p:sp>
          <p:nvSpPr>
            <p:cNvPr id="91" name="Прямоугольник: скругленные верхние углы 4">
              <a:extLst>
                <a:ext uri="{FF2B5EF4-FFF2-40B4-BE49-F238E27FC236}">
                  <a16:creationId xmlns:a16="http://schemas.microsoft.com/office/drawing/2014/main" id="{545686E8-CC82-5024-33BA-78FD6479A581}"/>
                </a:ext>
              </a:extLst>
            </p:cNvPr>
            <p:cNvSpPr/>
            <p:nvPr/>
          </p:nvSpPr>
          <p:spPr>
            <a:xfrm>
              <a:off x="7574835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E6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Regionlar</a:t>
              </a:r>
            </a:p>
          </p:txBody>
        </p:sp>
        <p:sp>
          <p:nvSpPr>
            <p:cNvPr id="92" name="Прямоугольник: скругленные углы 6">
              <a:extLst>
                <a:ext uri="{FF2B5EF4-FFF2-40B4-BE49-F238E27FC236}">
                  <a16:creationId xmlns:a16="http://schemas.microsoft.com/office/drawing/2014/main" id="{6F4FD89E-1118-8399-8453-BDAA5A2FEB6F}"/>
                </a:ext>
              </a:extLst>
            </p:cNvPr>
            <p:cNvSpPr/>
            <p:nvPr/>
          </p:nvSpPr>
          <p:spPr>
            <a:xfrm>
              <a:off x="7495836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1CB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{9_regions}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A0FCF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9FB2CA-50E2-5D68-BDD9-4E98FA72DEB6}"/>
              </a:ext>
            </a:extLst>
          </p:cNvPr>
          <p:cNvSpPr/>
          <p:nvPr/>
        </p:nvSpPr>
        <p:spPr>
          <a:xfrm>
            <a:off x="4543239" y="4377266"/>
            <a:ext cx="2183130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434E1-DBFE-9F5F-F379-D61BF8856C99}"/>
              </a:ext>
            </a:extLst>
          </p:cNvPr>
          <p:cNvSpPr txBox="1"/>
          <p:nvPr/>
        </p:nvSpPr>
        <p:spPr>
          <a:xfrm>
            <a:off x="4542149" y="4423692"/>
            <a:ext cx="2184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Orta günlük müraciət sayı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0C9987-B412-44F7-66C6-BBF9009A512D}"/>
              </a:ext>
            </a:extLst>
          </p:cNvPr>
          <p:cNvSpPr/>
          <p:nvPr/>
        </p:nvSpPr>
        <p:spPr>
          <a:xfrm>
            <a:off x="6888956" y="4377266"/>
            <a:ext cx="2353093" cy="3082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353F7-DB38-A91A-F086-D1E4B28C4155}"/>
              </a:ext>
            </a:extLst>
          </p:cNvPr>
          <p:cNvSpPr txBox="1"/>
          <p:nvPr/>
        </p:nvSpPr>
        <p:spPr>
          <a:xfrm>
            <a:off x="7065585" y="4423692"/>
            <a:ext cx="19998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Vətəndaş məmnunluğu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7DEC6E1-0D61-AF01-9115-C57480611A5B}"/>
              </a:ext>
            </a:extLst>
          </p:cNvPr>
          <p:cNvGrpSpPr/>
          <p:nvPr/>
        </p:nvGrpSpPr>
        <p:grpSpPr>
          <a:xfrm>
            <a:off x="10002806" y="1184818"/>
            <a:ext cx="1161234" cy="4630148"/>
            <a:chOff x="10002806" y="1184818"/>
            <a:chExt cx="1161234" cy="4630148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3EC5A2-5118-7E24-0BEC-AE8E939902BA}"/>
                </a:ext>
              </a:extLst>
            </p:cNvPr>
            <p:cNvGrpSpPr/>
            <p:nvPr/>
          </p:nvGrpSpPr>
          <p:grpSpPr>
            <a:xfrm>
              <a:off x="10043423" y="2606938"/>
              <a:ext cx="1080000" cy="1296122"/>
              <a:chOff x="10069271" y="2419350"/>
              <a:chExt cx="1080000" cy="1296122"/>
            </a:xfrm>
          </p:grpSpPr>
          <p:pic>
            <p:nvPicPr>
              <p:cNvPr id="78" name="Рисунок 32">
                <a:extLst>
                  <a:ext uri="{FF2B5EF4-FFF2-40B4-BE49-F238E27FC236}">
                    <a16:creationId xmlns:a16="http://schemas.microsoft.com/office/drawing/2014/main" id="{C026423C-BA80-2910-9020-B9BA34BE1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069271" y="2419350"/>
                <a:ext cx="1080000" cy="1079998"/>
              </a:xfrm>
              <a:prstGeom prst="rect">
                <a:avLst/>
              </a:prstGeom>
            </p:spPr>
          </p:pic>
          <p:sp>
            <p:nvSpPr>
              <p:cNvPr id="79" name="Прямоугольник 41">
                <a:extLst>
                  <a:ext uri="{FF2B5EF4-FFF2-40B4-BE49-F238E27FC236}">
                    <a16:creationId xmlns:a16="http://schemas.microsoft.com/office/drawing/2014/main" id="{18ABE710-DEDC-99B9-B478-09225502F227}"/>
                  </a:ext>
                </a:extLst>
              </p:cNvPr>
              <p:cNvSpPr/>
              <p:nvPr/>
            </p:nvSpPr>
            <p:spPr>
              <a:xfrm>
                <a:off x="10353889" y="2853698"/>
                <a:ext cx="510765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:r>
                  <a:rPr lang="en-US" sz="1400" b="1" dirty="0">
                    <a:solidFill>
                      <a:srgbClr val="00206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9_waiting_time}</a:t>
                </a:r>
                <a:endPara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A0CA5AA-45E4-9F9B-264C-3EBF346D861D}"/>
                </a:ext>
              </a:extLst>
            </p:cNvPr>
            <p:cNvSpPr txBox="1"/>
            <p:nvPr/>
          </p:nvSpPr>
          <p:spPr>
            <a:xfrm>
              <a:off x="10002806" y="1971721"/>
              <a:ext cx="1161234" cy="523220"/>
            </a:xfrm>
            <a:prstGeom prst="rect">
              <a:avLst/>
            </a:prstGeom>
            <a:solidFill>
              <a:srgbClr val="F3ECE4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Gözləmə müddəti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13C7C5CC-8054-0211-EF35-F040A908C125}"/>
                </a:ext>
              </a:extLst>
            </p:cNvPr>
            <p:cNvGrpSpPr/>
            <p:nvPr/>
          </p:nvGrpSpPr>
          <p:grpSpPr>
            <a:xfrm>
              <a:off x="10043423" y="4519874"/>
              <a:ext cx="1080000" cy="1295092"/>
              <a:chOff x="9670362" y="4824022"/>
              <a:chExt cx="1080000" cy="1295092"/>
            </a:xfrm>
          </p:grpSpPr>
          <p:pic>
            <p:nvPicPr>
              <p:cNvPr id="82" name="Рисунок 41">
                <a:extLst>
                  <a:ext uri="{FF2B5EF4-FFF2-40B4-BE49-F238E27FC236}">
                    <a16:creationId xmlns:a16="http://schemas.microsoft.com/office/drawing/2014/main" id="{EB6D8B72-6F2E-CBE9-3D43-222C074B2D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70362" y="4824022"/>
                <a:ext cx="1080000" cy="1079998"/>
              </a:xfrm>
              <a:prstGeom prst="rect">
                <a:avLst/>
              </a:prstGeom>
            </p:spPr>
          </p:pic>
          <p:sp>
            <p:nvSpPr>
              <p:cNvPr id="83" name="Прямоугольник 41">
                <a:extLst>
                  <a:ext uri="{FF2B5EF4-FFF2-40B4-BE49-F238E27FC236}">
                    <a16:creationId xmlns:a16="http://schemas.microsoft.com/office/drawing/2014/main" id="{5E0196EB-390F-C3B9-55B7-691760C78523}"/>
                  </a:ext>
                </a:extLst>
              </p:cNvPr>
              <p:cNvSpPr/>
              <p:nvPr/>
            </p:nvSpPr>
            <p:spPr>
              <a:xfrm>
                <a:off x="9954980" y="5257340"/>
                <a:ext cx="510765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{9_service_time}</a:t>
                </a:r>
                <a:endPara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040D772-B310-580B-8C48-B458065575FC}"/>
                </a:ext>
              </a:extLst>
            </p:cNvPr>
            <p:cNvSpPr txBox="1"/>
            <p:nvPr/>
          </p:nvSpPr>
          <p:spPr>
            <a:xfrm>
              <a:off x="10008098" y="1184818"/>
              <a:ext cx="1150650" cy="369332"/>
            </a:xfrm>
            <a:prstGeom prst="rect">
              <a:avLst/>
            </a:prstGeom>
            <a:solidFill>
              <a:srgbClr val="1E4B94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202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az-Latn-A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15943A-A988-2FB7-D518-C108F7D9774B}"/>
                </a:ext>
              </a:extLst>
            </p:cNvPr>
            <p:cNvSpPr txBox="1"/>
            <p:nvPr/>
          </p:nvSpPr>
          <p:spPr>
            <a:xfrm>
              <a:off x="10002806" y="3884658"/>
              <a:ext cx="1161234" cy="5232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Xidmət müddəti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A21EFB-D000-D50C-8F7C-E4E2EA78B763}"/>
              </a:ext>
            </a:extLst>
          </p:cNvPr>
          <p:cNvSpPr txBox="1"/>
          <p:nvPr/>
        </p:nvSpPr>
        <p:spPr>
          <a:xfrm>
            <a:off x="1163747" y="563561"/>
            <a:ext cx="69105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{9_title}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Группа 13">
            <a:extLst>
              <a:ext uri="{FF2B5EF4-FFF2-40B4-BE49-F238E27FC236}">
                <a16:creationId xmlns:a16="http://schemas.microsoft.com/office/drawing/2014/main" id="{C4F62F42-C52D-C490-FA41-68516B4C17FF}"/>
              </a:ext>
            </a:extLst>
          </p:cNvPr>
          <p:cNvGrpSpPr/>
          <p:nvPr/>
        </p:nvGrpSpPr>
        <p:grpSpPr>
          <a:xfrm>
            <a:off x="4542748" y="4789874"/>
            <a:ext cx="1355646" cy="757524"/>
            <a:chOff x="6342241" y="1343671"/>
            <a:chExt cx="1066970" cy="681979"/>
          </a:xfrm>
        </p:grpSpPr>
        <p:sp>
          <p:nvSpPr>
            <p:cNvPr id="13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19A860DD-15DB-BEB8-6240-B21FEA40F8CE}"/>
                </a:ext>
              </a:extLst>
            </p:cNvPr>
            <p:cNvSpPr/>
            <p:nvPr/>
          </p:nvSpPr>
          <p:spPr>
            <a:xfrm>
              <a:off x="6421240" y="1343671"/>
              <a:ext cx="908972" cy="258659"/>
            </a:xfrm>
            <a:prstGeom prst="round2SameRect">
              <a:avLst>
                <a:gd name="adj1" fmla="val 47834"/>
                <a:gd name="adj2" fmla="val 0"/>
              </a:avLst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427F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2025-ci il</a:t>
              </a:r>
            </a:p>
          </p:txBody>
        </p:sp>
        <p:sp>
          <p:nvSpPr>
            <p:cNvPr id="15" name="Прямоугольник: скругленные углы 3">
              <a:extLst>
                <a:ext uri="{FF2B5EF4-FFF2-40B4-BE49-F238E27FC236}">
                  <a16:creationId xmlns:a16="http://schemas.microsoft.com/office/drawing/2014/main" id="{CBE3C1DB-46CF-477F-93DA-6380ED8E2B90}"/>
                </a:ext>
              </a:extLst>
            </p:cNvPr>
            <p:cNvSpPr/>
            <p:nvPr/>
          </p:nvSpPr>
          <p:spPr>
            <a:xfrm>
              <a:off x="6342241" y="1601740"/>
              <a:ext cx="1066970" cy="423910"/>
            </a:xfrm>
            <a:prstGeom prst="roundRect">
              <a:avLst>
                <a:gd name="adj" fmla="val 17756"/>
              </a:avLst>
            </a:prstGeom>
            <a:solidFill>
              <a:srgbClr val="90D6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{9_avg_dailyreqs}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" name="Группа 13">
            <a:extLst>
              <a:ext uri="{FF2B5EF4-FFF2-40B4-BE49-F238E27FC236}">
                <a16:creationId xmlns:a16="http://schemas.microsoft.com/office/drawing/2014/main" id="{E89577F7-4D04-7D52-D106-BD56B7A3AE8E}"/>
              </a:ext>
            </a:extLst>
          </p:cNvPr>
          <p:cNvGrpSpPr/>
          <p:nvPr/>
        </p:nvGrpSpPr>
        <p:grpSpPr>
          <a:xfrm>
            <a:off x="6888956" y="4789874"/>
            <a:ext cx="1098748" cy="757524"/>
            <a:chOff x="6342241" y="1343671"/>
            <a:chExt cx="864777" cy="681979"/>
          </a:xfrm>
        </p:grpSpPr>
        <p:sp>
          <p:nvSpPr>
            <p:cNvPr id="17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6CFA7765-2751-FEDD-6A93-5A5AF22D7221}"/>
                </a:ext>
              </a:extLst>
            </p:cNvPr>
            <p:cNvSpPr/>
            <p:nvPr/>
          </p:nvSpPr>
          <p:spPr>
            <a:xfrm>
              <a:off x="6421241" y="1343671"/>
              <a:ext cx="700230" cy="258659"/>
            </a:xfrm>
            <a:prstGeom prst="round2SameRect">
              <a:avLst>
                <a:gd name="adj1" fmla="val 37059"/>
                <a:gd name="adj2" fmla="val 0"/>
              </a:avLst>
            </a:prstGeom>
            <a:solidFill>
              <a:srgbClr val="12B2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202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5</a:t>
              </a: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-c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i</a:t>
              </a: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 il</a:t>
              </a:r>
            </a:p>
          </p:txBody>
        </p:sp>
        <p:sp>
          <p:nvSpPr>
            <p:cNvPr id="18" name="Прямоугольник: скругленные углы 3">
              <a:extLst>
                <a:ext uri="{FF2B5EF4-FFF2-40B4-BE49-F238E27FC236}">
                  <a16:creationId xmlns:a16="http://schemas.microsoft.com/office/drawing/2014/main" id="{6BB07F55-CF98-829B-72FC-F3E25C12B95E}"/>
                </a:ext>
              </a:extLst>
            </p:cNvPr>
            <p:cNvSpPr/>
            <p:nvPr/>
          </p:nvSpPr>
          <p:spPr>
            <a:xfrm>
              <a:off x="6342241" y="1601740"/>
              <a:ext cx="864777" cy="423910"/>
            </a:xfrm>
            <a:prstGeom prst="roundRect">
              <a:avLst>
                <a:gd name="adj" fmla="val 15733"/>
              </a:avLst>
            </a:prstGeom>
            <a:solidFill>
              <a:srgbClr val="B5E5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{9_sat_year}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Группа 13">
            <a:extLst>
              <a:ext uri="{FF2B5EF4-FFF2-40B4-BE49-F238E27FC236}">
                <a16:creationId xmlns:a16="http://schemas.microsoft.com/office/drawing/2014/main" id="{EC6948F9-8DD6-0337-A78D-BE18A738F979}"/>
              </a:ext>
            </a:extLst>
          </p:cNvPr>
          <p:cNvGrpSpPr/>
          <p:nvPr/>
        </p:nvGrpSpPr>
        <p:grpSpPr>
          <a:xfrm>
            <a:off x="8148257" y="4789874"/>
            <a:ext cx="1098748" cy="757524"/>
            <a:chOff x="6342241" y="1343671"/>
            <a:chExt cx="864777" cy="681979"/>
          </a:xfrm>
        </p:grpSpPr>
        <p:sp>
          <p:nvSpPr>
            <p:cNvPr id="23" name="Прямоугольник: скругленные верхние углы 2">
              <a:extLst>
                <a:ext uri="{FF2B5EF4-FFF2-40B4-BE49-F238E27FC236}">
                  <a16:creationId xmlns:a16="http://schemas.microsoft.com/office/drawing/2014/main" id="{9D2C35E6-A5A4-AFA6-CC09-C7349ABF4565}"/>
                </a:ext>
              </a:extLst>
            </p:cNvPr>
            <p:cNvSpPr/>
            <p:nvPr/>
          </p:nvSpPr>
          <p:spPr>
            <a:xfrm>
              <a:off x="6421241" y="1343671"/>
              <a:ext cx="700230" cy="258659"/>
            </a:xfrm>
            <a:prstGeom prst="round2SameRect">
              <a:avLst>
                <a:gd name="adj1" fmla="val 37059"/>
                <a:gd name="adj2" fmla="val 0"/>
              </a:avLst>
            </a:prstGeom>
            <a:solidFill>
              <a:srgbClr val="0C64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b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rPr>
                <a:t>Kumulyativ</a:t>
              </a:r>
            </a:p>
          </p:txBody>
        </p:sp>
        <p:sp>
          <p:nvSpPr>
            <p:cNvPr id="34" name="Прямоугольник: скругленные углы 3">
              <a:extLst>
                <a:ext uri="{FF2B5EF4-FFF2-40B4-BE49-F238E27FC236}">
                  <a16:creationId xmlns:a16="http://schemas.microsoft.com/office/drawing/2014/main" id="{469135F1-D19F-00EE-38AA-269B5968EE43}"/>
                </a:ext>
              </a:extLst>
            </p:cNvPr>
            <p:cNvSpPr/>
            <p:nvPr/>
          </p:nvSpPr>
          <p:spPr>
            <a:xfrm>
              <a:off x="6342241" y="1601740"/>
              <a:ext cx="864777" cy="423910"/>
            </a:xfrm>
            <a:prstGeom prst="roundRect">
              <a:avLst>
                <a:gd name="adj" fmla="val 15733"/>
              </a:avLst>
            </a:prstGeom>
            <a:solidFill>
              <a:srgbClr val="D6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lvl="0" algn="ctr">
                <a:defRPr/>
              </a:pPr>
              <a:r>
                <a:rPr lang="en-US" sz="2400" b="1" dirty="0">
                  <a:solidFill>
                    <a:srgbClr val="C40E6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{9_sat_total}</a:t>
              </a:r>
              <a:endPara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81F84B4-B18E-9E81-6148-906A50EC6791}"/>
              </a:ext>
            </a:extLst>
          </p:cNvPr>
          <p:cNvSpPr/>
          <p:nvPr/>
        </p:nvSpPr>
        <p:spPr>
          <a:xfrm rot="5400000">
            <a:off x="7547365" y="2113722"/>
            <a:ext cx="1875515" cy="1822611"/>
          </a:xfrm>
          <a:prstGeom prst="wedgeRoundRectCallout">
            <a:avLst>
              <a:gd name="adj1" fmla="val 18627"/>
              <a:gd name="adj2" fmla="val 60698"/>
              <a:gd name="adj3" fmla="val 16667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81A40-BB9D-3DAD-8E3D-CF1EA685D3A4}"/>
              </a:ext>
            </a:extLst>
          </p:cNvPr>
          <p:cNvSpPr txBox="1"/>
          <p:nvPr/>
        </p:nvSpPr>
        <p:spPr>
          <a:xfrm>
            <a:off x="3588590" y="557441"/>
            <a:ext cx="78059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{9_subtitle}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" name="slide_9_donut">
            <a:extLst>
              <a:ext uri="{FF2B5EF4-FFF2-40B4-BE49-F238E27FC236}">
                <a16:creationId xmlns:a16="http://schemas.microsoft.com/office/drawing/2014/main" id="{E2ED3946-61F7-AE78-C416-27BAAF55B9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961" y="2202655"/>
            <a:ext cx="1630006" cy="1630006"/>
          </a:xfrm>
          <a:prstGeom prst="rect">
            <a:avLst/>
          </a:prstGeom>
        </p:spPr>
      </p:pic>
      <p:sp>
        <p:nvSpPr>
          <p:cNvPr id="35" name="Прямоугольник 41">
            <a:extLst>
              <a:ext uri="{FF2B5EF4-FFF2-40B4-BE49-F238E27FC236}">
                <a16:creationId xmlns:a16="http://schemas.microsoft.com/office/drawing/2014/main" id="{A86ED0C3-F389-817D-4786-BB68671233DF}"/>
              </a:ext>
            </a:extLst>
          </p:cNvPr>
          <p:cNvSpPr/>
          <p:nvPr/>
        </p:nvSpPr>
        <p:spPr>
          <a:xfrm>
            <a:off x="10597973" y="3003912"/>
            <a:ext cx="51076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endParaRPr kumimoji="0" lang="az-Latn-AZ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Прямоугольник 41">
            <a:extLst>
              <a:ext uri="{FF2B5EF4-FFF2-40B4-BE49-F238E27FC236}">
                <a16:creationId xmlns:a16="http://schemas.microsoft.com/office/drawing/2014/main" id="{516AF87E-4EF1-82FB-802D-F7270BF403A9}"/>
              </a:ext>
            </a:extLst>
          </p:cNvPr>
          <p:cNvSpPr/>
          <p:nvPr/>
        </p:nvSpPr>
        <p:spPr>
          <a:xfrm>
            <a:off x="10580721" y="4932029"/>
            <a:ext cx="51076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endParaRPr kumimoji="0" lang="az-Latn-AZ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094FE6-CB64-ACE1-A5CB-B83F3E5AA8D5}"/>
              </a:ext>
            </a:extLst>
          </p:cNvPr>
          <p:cNvSpPr txBox="1"/>
          <p:nvPr/>
        </p:nvSpPr>
        <p:spPr>
          <a:xfrm>
            <a:off x="7691713" y="5188549"/>
            <a:ext cx="336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%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F0D94B-9576-5E94-5842-85E3511965E2}"/>
              </a:ext>
            </a:extLst>
          </p:cNvPr>
          <p:cNvSpPr txBox="1"/>
          <p:nvPr/>
        </p:nvSpPr>
        <p:spPr>
          <a:xfrm>
            <a:off x="8954351" y="5188549"/>
            <a:ext cx="336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srgbClr val="C40E6D"/>
                </a:solidFill>
                <a:effectLst/>
                <a:uLnTx/>
                <a:uFillTx/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1564806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15490</TotalTime>
  <Words>166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Tahoma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1155</cp:revision>
  <cp:lastPrinted>2025-03-12T07:23:13Z</cp:lastPrinted>
  <dcterms:modified xsi:type="dcterms:W3CDTF">2026-05-07T12:56:09Z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